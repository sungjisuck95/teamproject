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 strictFirstAndLastChars="0">
  <p:sldMasterIdLst>
    <p:sldMasterId id="2147483684" r:id="rId13"/>
  </p:sldMasterIdLst>
  <p:notesMasterIdLst>
    <p:notesMasterId r:id="rId15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74" r:id="rId24"/>
    <p:sldId id="275" r:id="rId25"/>
    <p:sldId id="276" r:id="rId26"/>
    <p:sldId id="277" r:id="rId27"/>
    <p:sldId id="263" r:id="rId28"/>
    <p:sldId id="264" r:id="rId29"/>
    <p:sldId id="285" r:id="rId31"/>
    <p:sldId id="296" r:id="rId33"/>
    <p:sldId id="297" r:id="rId35"/>
    <p:sldId id="298" r:id="rId37"/>
    <p:sldId id="299" r:id="rId39"/>
    <p:sldId id="300" r:id="rId41"/>
    <p:sldId id="301" r:id="rId43"/>
    <p:sldId id="302" r:id="rId45"/>
    <p:sldId id="303" r:id="rId47"/>
    <p:sldId id="304" r:id="rId49"/>
    <p:sldId id="306" r:id="rId50"/>
    <p:sldId id="305" r:id="rId52"/>
    <p:sldId id="309" r:id="rId53"/>
    <p:sldId id="307" r:id="rId54"/>
    <p:sldId id="310" r:id="rId55"/>
    <p:sldId id="308" r:id="rId56"/>
    <p:sldId id="311" r:id="rId57"/>
    <p:sldId id="312" r:id="rId58"/>
    <p:sldId id="313" r:id="rId59"/>
    <p:sldId id="314" r:id="rId60"/>
    <p:sldId id="315" r:id="rId61"/>
    <p:sldId id="316" r:id="rId62"/>
    <p:sldId id="286" r:id="rId63"/>
    <p:sldId id="265" r:id="rId64"/>
    <p:sldId id="270" r:id="rId65"/>
    <p:sldId id="268" r:id="rId66"/>
    <p:sldId id="266" r:id="rId67"/>
    <p:sldId id="267" r:id="rId68"/>
    <p:sldId id="269" r:id="rId69"/>
    <p:sldId id="271" r:id="rId70"/>
    <p:sldId id="272" r:id="rId71"/>
    <p:sldId id="278" r:id="rId73"/>
    <p:sldId id="279" r:id="rId74"/>
    <p:sldId id="280" r:id="rId75"/>
    <p:sldId id="281" r:id="rId76"/>
    <p:sldId id="282" r:id="rId77"/>
    <p:sldId id="317" r:id="rId78"/>
    <p:sldId id="318" r:id="rId79"/>
    <p:sldId id="319" r:id="rId80"/>
    <p:sldId id="283" r:id="rId81"/>
    <p:sldId id="284" r:id="rId82"/>
    <p:sldId id="273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View">
  <p:normalViewPr>
    <p:restoredLeft sz="15620"/>
    <p:restoredTop sz="96279" autoAdjust="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notesMaster" Target="notesMasters/notesMaster1.xml"></Relationship><Relationship Id="rId17" Type="http://schemas.openxmlformats.org/officeDocument/2006/relationships/slide" Target="slides/slide1.xml"></Relationship><Relationship Id="rId18" Type="http://schemas.openxmlformats.org/officeDocument/2006/relationships/slide" Target="slides/slide2.xml"></Relationship><Relationship Id="rId19" Type="http://schemas.openxmlformats.org/officeDocument/2006/relationships/slide" Target="slides/slide3.xml"></Relationship><Relationship Id="rId20" Type="http://schemas.openxmlformats.org/officeDocument/2006/relationships/slide" Target="slides/slide4.xml"></Relationship><Relationship Id="rId21" Type="http://schemas.openxmlformats.org/officeDocument/2006/relationships/slide" Target="slides/slide5.xml"></Relationship><Relationship Id="rId22" Type="http://schemas.openxmlformats.org/officeDocument/2006/relationships/slide" Target="slides/slide6.xml"></Relationship><Relationship Id="rId23" Type="http://schemas.openxmlformats.org/officeDocument/2006/relationships/slide" Target="slides/slide7.xml"></Relationship><Relationship Id="rId24" Type="http://schemas.openxmlformats.org/officeDocument/2006/relationships/slide" Target="slides/slide8.xml"></Relationship><Relationship Id="rId25" Type="http://schemas.openxmlformats.org/officeDocument/2006/relationships/slide" Target="slides/slide9.xml"></Relationship><Relationship Id="rId26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29" Type="http://schemas.openxmlformats.org/officeDocument/2006/relationships/slide" Target="slides/slide13.xml"></Relationship><Relationship Id="rId31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5" Type="http://schemas.openxmlformats.org/officeDocument/2006/relationships/slide" Target="slides/slide16.xml"></Relationship><Relationship Id="rId37" Type="http://schemas.openxmlformats.org/officeDocument/2006/relationships/slide" Target="slides/slide17.xml"></Relationship><Relationship Id="rId39" Type="http://schemas.openxmlformats.org/officeDocument/2006/relationships/slide" Target="slides/slide18.xml"></Relationship><Relationship Id="rId41" Type="http://schemas.openxmlformats.org/officeDocument/2006/relationships/slide" Target="slides/slide19.xml"></Relationship><Relationship Id="rId43" Type="http://schemas.openxmlformats.org/officeDocument/2006/relationships/slide" Target="slides/slide20.xml"></Relationship><Relationship Id="rId45" Type="http://schemas.openxmlformats.org/officeDocument/2006/relationships/slide" Target="slides/slide21.xml"></Relationship><Relationship Id="rId47" Type="http://schemas.openxmlformats.org/officeDocument/2006/relationships/slide" Target="slides/slide22.xml"></Relationship><Relationship Id="rId49" Type="http://schemas.openxmlformats.org/officeDocument/2006/relationships/slide" Target="slides/slide23.xml"></Relationship><Relationship Id="rId50" Type="http://schemas.openxmlformats.org/officeDocument/2006/relationships/slide" Target="slides/slide24.xml"></Relationship><Relationship Id="rId52" Type="http://schemas.openxmlformats.org/officeDocument/2006/relationships/slide" Target="slides/slide25.xml"></Relationship><Relationship Id="rId53" Type="http://schemas.openxmlformats.org/officeDocument/2006/relationships/slide" Target="slides/slide26.xml"></Relationship><Relationship Id="rId54" Type="http://schemas.openxmlformats.org/officeDocument/2006/relationships/slide" Target="slides/slide27.xml"></Relationship><Relationship Id="rId55" Type="http://schemas.openxmlformats.org/officeDocument/2006/relationships/slide" Target="slides/slide28.xml"></Relationship><Relationship Id="rId56" Type="http://schemas.openxmlformats.org/officeDocument/2006/relationships/slide" Target="slides/slide29.xml"></Relationship><Relationship Id="rId57" Type="http://schemas.openxmlformats.org/officeDocument/2006/relationships/slide" Target="slides/slide30.xml"></Relationship><Relationship Id="rId58" Type="http://schemas.openxmlformats.org/officeDocument/2006/relationships/slide" Target="slides/slide31.xml"></Relationship><Relationship Id="rId59" Type="http://schemas.openxmlformats.org/officeDocument/2006/relationships/slide" Target="slides/slide32.xml"></Relationship><Relationship Id="rId60" Type="http://schemas.openxmlformats.org/officeDocument/2006/relationships/slide" Target="slides/slide33.xml"></Relationship><Relationship Id="rId61" Type="http://schemas.openxmlformats.org/officeDocument/2006/relationships/slide" Target="slides/slide34.xml"></Relationship><Relationship Id="rId62" Type="http://schemas.openxmlformats.org/officeDocument/2006/relationships/slide" Target="slides/slide35.xml"></Relationship><Relationship Id="rId63" Type="http://schemas.openxmlformats.org/officeDocument/2006/relationships/slide" Target="slides/slide36.xml"></Relationship><Relationship Id="rId64" Type="http://schemas.openxmlformats.org/officeDocument/2006/relationships/slide" Target="slides/slide37.xml"></Relationship><Relationship Id="rId65" Type="http://schemas.openxmlformats.org/officeDocument/2006/relationships/slide" Target="slides/slide38.xml"></Relationship><Relationship Id="rId66" Type="http://schemas.openxmlformats.org/officeDocument/2006/relationships/slide" Target="slides/slide39.xml"></Relationship><Relationship Id="rId67" Type="http://schemas.openxmlformats.org/officeDocument/2006/relationships/slide" Target="slides/slide40.xml"></Relationship><Relationship Id="rId68" Type="http://schemas.openxmlformats.org/officeDocument/2006/relationships/slide" Target="slides/slide41.xml"></Relationship><Relationship Id="rId69" Type="http://schemas.openxmlformats.org/officeDocument/2006/relationships/slide" Target="slides/slide42.xml"></Relationship><Relationship Id="rId70" Type="http://schemas.openxmlformats.org/officeDocument/2006/relationships/slide" Target="slides/slide43.xml"></Relationship><Relationship Id="rId71" Type="http://schemas.openxmlformats.org/officeDocument/2006/relationships/slide" Target="slides/slide44.xml"></Relationship><Relationship Id="rId73" Type="http://schemas.openxmlformats.org/officeDocument/2006/relationships/slide" Target="slides/slide45.xml"></Relationship><Relationship Id="rId74" Type="http://schemas.openxmlformats.org/officeDocument/2006/relationships/slide" Target="slides/slide46.xml"></Relationship><Relationship Id="rId75" Type="http://schemas.openxmlformats.org/officeDocument/2006/relationships/slide" Target="slides/slide47.xml"></Relationship><Relationship Id="rId76" Type="http://schemas.openxmlformats.org/officeDocument/2006/relationships/slide" Target="slides/slide48.xml"></Relationship><Relationship Id="rId77" Type="http://schemas.openxmlformats.org/officeDocument/2006/relationships/slide" Target="slides/slide49.xml"></Relationship><Relationship Id="rId78" Type="http://schemas.openxmlformats.org/officeDocument/2006/relationships/slide" Target="slides/slide50.xml"></Relationship><Relationship Id="rId79" Type="http://schemas.openxmlformats.org/officeDocument/2006/relationships/slide" Target="slides/slide51.xml"></Relationship><Relationship Id="rId80" Type="http://schemas.openxmlformats.org/officeDocument/2006/relationships/slide" Target="slides/slide52.xml"></Relationship><Relationship Id="rId81" Type="http://schemas.openxmlformats.org/officeDocument/2006/relationships/slide" Target="slides/slide53.xml"></Relationship><Relationship Id="rId82" Type="http://schemas.openxmlformats.org/officeDocument/2006/relationships/slide" Target="slides/slide54.xml"></Relationship><Relationship Id="rId83" Type="http://schemas.openxmlformats.org/officeDocument/2006/relationships/slide" Target="slides/slide55.xml"></Relationship><Relationship Id="rId96" Type="http://schemas.openxmlformats.org/officeDocument/2006/relationships/viewProps" Target="viewProps.xml"></Relationship><Relationship Id="rId9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BA886875-E358-41FA-8A95-0645EB00096F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0BEEA82-8299-49E2-9437-4607EF44F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417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slide" Target="../slides/slide26.xml"></Relationship><Relationship Id="rId2" Type="http://schemas.openxmlformats.org/officeDocument/2006/relationships/notesMaster" Target="../notesMasters/notesMaster1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slide" Target="../slides/slide27.xml"></Relationship><Relationship Id="rId2" Type="http://schemas.openxmlformats.org/officeDocument/2006/relationships/notesMaster" Target="../notesMasters/notesMaster1.xml"></Relationship></Relationships>
</file>

<file path=ppt/notesSlides/_rels/notesSlide28.xml.rels><?xml version="1.0" encoding="UTF-8"?>
<Relationships xmlns="http://schemas.openxmlformats.org/package/2006/relationships"><Relationship Id="rId1" Type="http://schemas.openxmlformats.org/officeDocument/2006/relationships/slide" Target="../slides/slide28.xml"></Relationship><Relationship Id="rId2" Type="http://schemas.openxmlformats.org/officeDocument/2006/relationships/notesMaster" Target="../notesMasters/notesMaster1.xml"></Relationship></Relationships>
</file>

<file path=ppt/notesSlides/_rels/notesSlide29.xml.rels><?xml version="1.0" encoding="UTF-8"?>
<Relationships xmlns="http://schemas.openxmlformats.org/package/2006/relationships"><Relationship Id="rId1" Type="http://schemas.openxmlformats.org/officeDocument/2006/relationships/slide" Target="../slides/slide29.xml"></Relationship><Relationship Id="rId2" Type="http://schemas.openxmlformats.org/officeDocument/2006/relationships/notesMaster" Target="../notesMasters/notesMaster1.xml"></Relationship></Relationships>
</file>

<file path=ppt/notesSlides/_rels/notesSlide30.xml.rels><?xml version="1.0" encoding="UTF-8"?>
<Relationships xmlns="http://schemas.openxmlformats.org/package/2006/relationships"><Relationship Id="rId1" Type="http://schemas.openxmlformats.org/officeDocument/2006/relationships/slide" Target="../slides/slide30.xml"></Relationship><Relationship Id="rId2" Type="http://schemas.openxmlformats.org/officeDocument/2006/relationships/notesMaster" Target="../notesMasters/notesMaster1.xml"></Relationship></Relationships>
</file>

<file path=ppt/notesSlides/_rels/notesSlide31.xml.rels><?xml version="1.0" encoding="UTF-8"?>
<Relationships xmlns="http://schemas.openxmlformats.org/package/2006/relationships"><Relationship Id="rId1" Type="http://schemas.openxmlformats.org/officeDocument/2006/relationships/slide" Target="../slides/slide31.xml"></Relationship><Relationship Id="rId2" Type="http://schemas.openxmlformats.org/officeDocument/2006/relationships/notesMaster" Target="../notesMasters/notesMaster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slide" Target="../slides/slide32.xml"></Relationship><Relationship Id="rId2" Type="http://schemas.openxmlformats.org/officeDocument/2006/relationships/notesMaster" Target="../notesMasters/notesMaster1.xml"></Relationship></Relationships>
</file>

<file path=ppt/notesSlides/_rels/notesSlide33.xml.rels><?xml version="1.0" encoding="UTF-8"?>
<Relationships xmlns="http://schemas.openxmlformats.org/package/2006/relationships"><Relationship Id="rId1" Type="http://schemas.openxmlformats.org/officeDocument/2006/relationships/slide" Target="../slides/slide33.xml"></Relationship><Relationship Id="rId2" Type="http://schemas.openxmlformats.org/officeDocument/2006/relationships/notesMaster" Target="../notesMasters/notesMaster1.xml"></Relationship></Relationships>
</file>

<file path=ppt/notesSlides/_rels/notesSlide34.xml.rels><?xml version="1.0" encoding="UTF-8"?>
<Relationships xmlns="http://schemas.openxmlformats.org/package/2006/relationships"><Relationship Id="rId1" Type="http://schemas.openxmlformats.org/officeDocument/2006/relationships/slide" Target="../slides/slide34.xml"></Relationship><Relationship Id="rId2" Type="http://schemas.openxmlformats.org/officeDocument/2006/relationships/notesMaster" Target="../notesMasters/notesMaster1.xml"></Relationship></Relationships>
</file>

<file path=ppt/notesSlides/_rels/notesSlide35.xml.rels><?xml version="1.0" encoding="UTF-8"?>
<Relationships xmlns="http://schemas.openxmlformats.org/package/2006/relationships"><Relationship Id="rId1" Type="http://schemas.openxmlformats.org/officeDocument/2006/relationships/slide" Target="../slides/slide35.xml"></Relationship><Relationship Id="rId2" Type="http://schemas.openxmlformats.org/officeDocument/2006/relationships/notesMaster" Target="../notesMasters/notesMaster1.xml"></Relationship></Relationships>
</file>

<file path=ppt/notesSlides/_rels/notesSlide4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4.xml"></Relationship></Relationship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EEA82-8299-49E2-9437-4607EF44F10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233040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0314-0CCD-4E97-B0FA-0F9A4835760B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83D47-A7A4-4A3E-BA70-A9642306350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A53-34BE-4504-A84A-95BCE7D680F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3C33-D48C-48D9-92D9-C4AB1675BB4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10BC-F0B9-4D2F-9E39-5042C61990A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6167-4EF7-4B74-9037-4EBBCEDA071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0F1B-0DE3-4B47-89E2-71DAE88BADAA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E5FF-E6CC-42F3-82D7-0F7B116F9FA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C3E9-DB6C-4966-A1CD-D658C8D4D85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4572-AD9E-456B-8E07-05E9FAB2A904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9DEE7-02DE-4D94-A474-BE88686D1B95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2B143-2CAF-4743-88A1-9CBFA16B0282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12.xml"  /><Relationship Id="rId3" Type="http://schemas.openxmlformats.org/officeDocument/2006/relationships/slide" Target="slide3.xml"  /><Relationship Id="rId4" Type="http://schemas.openxmlformats.org/officeDocument/2006/relationships/slide" Target="slide8.xml"  /><Relationship Id="rId5" Type="http://schemas.openxmlformats.org/officeDocument/2006/relationships/slide" Target="slide5.xml"  /><Relationship Id="rId6" Type="http://schemas.openxmlformats.org/officeDocument/2006/relationships/slide" Target="slide34.xml"  /><Relationship Id="rId7" Type="http://schemas.openxmlformats.org/officeDocument/2006/relationships/slide" Target="slide39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23.png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oleObject" Target="file:///C:\dev\teamproject\WBS_2025_12_05_&#52572;&#51333;.xlsx" TargetMode="External" /><Relationship Id="rId4" Type="http://schemas.openxmlformats.org/officeDocument/2006/relationships/image" Target="../media/image25.em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oleObject" Target="file:///C:\dev\teamproject\&#44592;&#45733;&#47749;&#49464;&#49436;_2025-12-05_&#52572;&#51333;.xlsx" TargetMode="External" /><Relationship Id="rId4" Type="http://schemas.openxmlformats.org/officeDocument/2006/relationships/image" Target="../media/image27.em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Relationship Id="rId4" Type="http://schemas.openxmlformats.org/officeDocument/2006/relationships/oleObject" Target="file:///C:\dev\teamproject\&#53580;&#51060;&#48660;&#47749;&#49464;&#49436;_2025-12-05_&#52572;&#51333;.docx" TargetMode="External" /><Relationship Id="rId5" Type="http://schemas.openxmlformats.org/officeDocument/2006/relationships/image" Target="../media/image30.em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notesSlide" Target="../notesSlides/notesSlide13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1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notesSlide" Target="../notesSlides/notesSlide14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2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notesSlide" Target="../notesSlides/notesSlide15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3.png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notesSlide" Target="../notesSlides/notesSlide16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4.png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notesSlide" Target="../notesSlides/notesSlide17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5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notesSlide" Target="../notesSlides/notesSlide18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6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notesSlide" Target="../notesSlides/notesSlide19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7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notesSlide" Target="../notesSlides/notesSlide20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8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notesSlide" Target="../notesSlides/notesSlide2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9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notesSlide" Target="../notesSlides/notesSlide22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40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notesSlide" Target="../notesSlides/notesSlide23.xml"></Relationship><Relationship Id="rId3" Type="http://schemas.openxmlformats.org/officeDocument/2006/relationships/image" Target="../media/image41.png"></Relationship><Relationship Id="rId4" Type="http://schemas.openxmlformats.org/officeDocument/2006/relationships/slideLayout" Target="../slideLayouts/slideLayout2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image42.png"></Relationship><Relationship Id="rId3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notesSlide" Target="../notesSlides/notesSlide25.xml"></Relationship><Relationship Id="rId4" Type="http://schemas.openxmlformats.org/officeDocument/2006/relationships/image" Target="../media/fImage28817769641.png"></Relationship><Relationship Id="rId5" Type="http://schemas.openxmlformats.org/officeDocument/2006/relationships/image" Target="../media/fImage2935776978467.png"></Relationship><Relationship Id="rId6" Type="http://schemas.openxmlformats.org/officeDocument/2006/relationships/slideLayout" Target="../slideLayouts/slideLayout2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7087116334.png"></Relationship><Relationship Id="rId3" Type="http://schemas.openxmlformats.org/officeDocument/2006/relationships/image" Target="../media/fImage1627197166500.png"></Relationship><Relationship Id="rId4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854807249169.png"></Relationship><Relationship Id="rId3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390467385724.png"></Relationship><Relationship Id="rId3" Type="http://schemas.openxmlformats.org/officeDocument/2006/relationships/notesSlide" Target="../notesSlides/notesSlide28.xm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20777311478.png"></Relationship><Relationship Id="rId3" Type="http://schemas.openxmlformats.org/officeDocument/2006/relationships/notesSlide" Target="../notesSlides/notesSlide29.xm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13257759358.png"></Relationship><Relationship Id="rId3" Type="http://schemas.openxmlformats.org/officeDocument/2006/relationships/notesSlide" Target="../notesSlides/notesSlide30.xm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6567816962.png"></Relationship><Relationship Id="rId3" Type="http://schemas.openxmlformats.org/officeDocument/2006/relationships/image" Target="../media/fImage48328094464.png"></Relationship><Relationship Id="rId4" Type="http://schemas.openxmlformats.org/officeDocument/2006/relationships/notesSlide" Target="../notesSlides/notesSlide31.xm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39737955705.png"></Relationship><Relationship Id="rId3" Type="http://schemas.openxmlformats.org/officeDocument/2006/relationships/notesSlide" Target="../notesSlides/notesSlide32.xm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8008128145.png"></Relationship><Relationship Id="rId3" Type="http://schemas.openxmlformats.org/officeDocument/2006/relationships/image" Target="../media/fImage58268133281.png"></Relationship><Relationship Id="rId4" Type="http://schemas.openxmlformats.org/officeDocument/2006/relationships/notesSlide" Target="../notesSlides/notesSlide33.xm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7358326827.png"></Relationship><Relationship Id="rId3" Type="http://schemas.openxmlformats.org/officeDocument/2006/relationships/notesSlide" Target="../notesSlides/notesSlide34.xm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1788459961.png"></Relationship><Relationship Id="rId3" Type="http://schemas.openxmlformats.org/officeDocument/2006/relationships/notesSlide" Target="../notesSlides/notesSlide35.xml"></Relationship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3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0.png"  /><Relationship Id="rId3" Type="http://schemas.openxmlformats.org/officeDocument/2006/relationships/image" Target="../media/image5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Relationship Id="rId4" Type="http://schemas.openxmlformats.org/officeDocument/2006/relationships/image" Target="../media/image54.png"  /><Relationship Id="rId5" Type="http://schemas.openxmlformats.org/officeDocument/2006/relationships/image" Target="../media/image5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44.xml"></Relationship><Relationship Id="rId3" Type="http://schemas.openxmlformats.org/officeDocument/2006/relationships/image" Target="../media/image60.png"></Relationship><Relationship Id="rId4" Type="http://schemas.openxmlformats.org/officeDocument/2006/relationships/image" Target="../media/image61.png"></Relationship><Relationship Id="rId5" Type="http://schemas.openxmlformats.org/officeDocument/2006/relationships/image" Target="../media/image62.png"></Relationship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3.png"  /><Relationship Id="rId3" Type="http://schemas.openxmlformats.org/officeDocument/2006/relationships/image" Target="../media/image64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5.png"  /><Relationship Id="rId3" Type="http://schemas.openxmlformats.org/officeDocument/2006/relationships/image" Target="../media/image66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7.png"  /><Relationship Id="rId3" Type="http://schemas.openxmlformats.org/officeDocument/2006/relationships/image" Target="../media/image68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9.png"  /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6913900491.png"></Relationship><Relationship Id="rId3" Type="http://schemas.openxmlformats.org/officeDocument/2006/relationships/image" Target="../media/fImage364509062995.png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19849041942.png"></Relationship><Relationship Id="rId3" Type="http://schemas.openxmlformats.org/officeDocument/2006/relationships/image" Target="../media/fImage453239074827.png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91899095436.png"></Relationship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5" name="직각 삼각형 4"/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633470" y="516435"/>
            <a:ext cx="9144000" cy="2387600"/>
          </a:xfrm>
        </p:spPr>
        <p:txBody>
          <a:bodyPr/>
          <a:p>
            <a:pPr algn="l"/>
            <a:r>
              <a:rPr lang="ko-KR" altLang="en-US" b="1" dirty="0" err="1">
                <a:solidFill>
                  <a:srgbClr val="0070c0"/>
                </a:solidFill>
                <a:ea typeface="맑은 고딕"/>
              </a:rPr>
              <a:t>TJG아카데미</a:t>
            </a: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 7기</a:t>
            </a:r>
            <a:br>
              <a:rPr lang="ko-KR" altLang="en-US" b="1" dirty="0">
                <a:solidFill>
                  <a:srgbClr val="0070c0"/>
                </a:solidFill>
                <a:ea typeface="맑은 고딕"/>
              </a:rPr>
            </a:b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최종발표</a:t>
            </a:r>
            <a:endParaRPr lang="ko-KR" altLang="en-US" b="1" dirty="0">
              <a:solidFill>
                <a:srgbClr val="0070c0"/>
              </a:solidFill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3470" y="3341971"/>
            <a:ext cx="9144000" cy="1655762"/>
          </a:xfrm>
        </p:spPr>
        <p:txBody>
          <a:bodyPr>
            <a:normAutofit/>
          </a:bodyPr>
          <a:p>
            <a:pPr algn="l"/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4</a:t>
            </a:r>
            <a:r>
              <a:rPr lang="ko-KR" altLang="en-US" sz="2800" dirty="0">
                <a:solidFill>
                  <a:srgbClr val="0070c0"/>
                </a:solidFill>
                <a:latin typeface="+mj-lt"/>
              </a:rPr>
              <a:t>팀 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&lt;</a:t>
            </a:r>
            <a:r>
              <a:rPr lang="en-US" altLang="ko-KR" sz="2800" dirty="0" err="1">
                <a:solidFill>
                  <a:srgbClr val="0070c0"/>
                </a:solidFill>
                <a:latin typeface="+mj-lt"/>
              </a:rPr>
              <a:t>Bycicle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-app&gt;</a:t>
            </a:r>
            <a:endParaRPr lang="ko-KR" altLang="en-US" sz="2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0" y="5251003"/>
            <a:ext cx="482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b="1" dirty="0">
                <a:solidFill>
                  <a:srgbClr val="0070c0"/>
                </a:solidFill>
              </a:rPr>
              <a:t>팀원 </a:t>
            </a:r>
            <a:r>
              <a:rPr lang="en-US" altLang="ko-KR" b="1" dirty="0">
                <a:solidFill>
                  <a:srgbClr val="0070c0"/>
                </a:solidFill>
              </a:rPr>
              <a:t>: </a:t>
            </a:r>
            <a:r>
              <a:rPr lang="ko-KR" altLang="en-US" dirty="0" err="1">
                <a:solidFill>
                  <a:srgbClr val="0070c0"/>
                </a:solidFill>
              </a:rPr>
              <a:t>성지석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강기종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>
                <a:solidFill>
                  <a:srgbClr val="0070c0"/>
                </a:solidFill>
              </a:rPr>
              <a:t>조해성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황동주</a:t>
            </a:r>
            <a:r>
              <a:rPr lang="en-US" altLang="ko-KR" dirty="0">
                <a:solidFill>
                  <a:srgbClr val="0070c0"/>
                </a:solidFill>
              </a:rPr>
              <a:t>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ko-KR" altLang="en-US" dirty="0" err="1">
                <a:solidFill>
                  <a:srgbClr val="0070c0"/>
                </a:solidFill>
              </a:rPr>
              <a:t>권용빈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262AD-1E96-87C7-E5BC-09FE4218F7A4}"/>
              </a:ext>
            </a:extLst>
          </p:cNvPr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1F93F6C-0BF7-4DFD-3B26-6E89B49F4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75864"/>
              </p:ext>
            </p:extLst>
          </p:nvPr>
        </p:nvGraphicFramePr>
        <p:xfrm>
          <a:off x="276521" y="3921270"/>
          <a:ext cx="336691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4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. 프로젝트 기능 설명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E83C69-8344-0E24-004C-C1C1232E0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46826"/>
              </p:ext>
            </p:extLst>
          </p:nvPr>
        </p:nvGraphicFramePr>
        <p:xfrm>
          <a:off x="276523" y="1686352"/>
          <a:ext cx="3366915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3" action="ppaction://hlinksldjump"/>
                        </a:rPr>
                        <a:t>1. 개요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프로젝트 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AA6EFC0-1B33-636E-FDE0-863ABBC7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b="1">
                <a:solidFill>
                  <a:srgbClr val="0070C0"/>
                </a:solidFill>
                <a:ea typeface="맑은 고딕"/>
              </a:rPr>
              <a:t>목차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20BF53-B675-6CC5-29C1-990461668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66729"/>
              </p:ext>
            </p:extLst>
          </p:nvPr>
        </p:nvGraphicFramePr>
        <p:xfrm>
          <a:off x="8548564" y="1680256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3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. 프로젝트 산출물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  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WBS(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작업 분할 구조도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기능명세서    </a:t>
                      </a:r>
                      <a:endParaRPr lang="en-US" altLang="ko-K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테이블명세서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0FEBA4-E31D-A50C-F5D6-862DB74F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72207"/>
              </p:ext>
            </p:extLst>
          </p:nvPr>
        </p:nvGraphicFramePr>
        <p:xfrm>
          <a:off x="4407848" y="1686352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5" action="ppaction://hlinksldjump"/>
                        </a:rPr>
                        <a:t>2. 프로젝트 설계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 </a:t>
                      </a:r>
                      <a:r>
                        <a:rPr lang="ko-KR" altLang="en-US" sz="1400" kern="120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개발 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07B853-1E88-CF7A-2C2D-DB7F9B811FC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098EF9-704D-25B2-1964-D6550290B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93850"/>
              </p:ext>
            </p:extLst>
          </p:nvPr>
        </p:nvGraphicFramePr>
        <p:xfrm>
          <a:off x="4407848" y="3921270"/>
          <a:ext cx="3584009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5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. 프로젝트 다이어그램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A16103-AADA-7F61-548C-FDA69D7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BE348F-FF40-BCF4-C21C-F4405C72D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63473"/>
              </p:ext>
            </p:extLst>
          </p:nvPr>
        </p:nvGraphicFramePr>
        <p:xfrm>
          <a:off x="8440016" y="3921270"/>
          <a:ext cx="358400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6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. 시연 영상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30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E376B2-7751-4BEE-9C64-F633EB78FA60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09A09F04-77E0-22D5-5C4D-0E02340FFDFD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60E9F48-CF7E-86BF-422C-09CB94E3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64879"/>
              </p:ext>
            </p:extLst>
          </p:nvPr>
        </p:nvGraphicFramePr>
        <p:xfrm>
          <a:off x="633469" y="2028939"/>
          <a:ext cx="8168640" cy="256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개요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프로젝트 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47AA3F-43F5-C2CE-F545-1B04522E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49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29D1-04E8-D33A-B1BA-2FA2FD48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B29C9A-BD5A-5424-31BA-2130D98730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D6404-7FF7-463F-F6FC-D4B1F756E78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개요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E4B31-4CBA-68FB-1DCC-BD0ED1E3F75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프로젝트 소개</a:t>
            </a:r>
            <a:endParaRPr lang="ko-KR" altLang="en-US" sz="1400" b="1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2014A-1DCB-29F2-A8D4-0AFB30EFBA0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68C41-CEA9-0805-C8D3-9CDC2A2254B5}"/>
              </a:ext>
            </a:extLst>
          </p:cNvPr>
          <p:cNvSpPr txBox="1"/>
          <p:nvPr/>
        </p:nvSpPr>
        <p:spPr>
          <a:xfrm>
            <a:off x="5943600" y="1854753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주요 컨셉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B67BA-57BA-7E6D-FE47-475F61F6B392}"/>
              </a:ext>
            </a:extLst>
          </p:cNvPr>
          <p:cNvSpPr txBox="1"/>
          <p:nvPr/>
        </p:nvSpPr>
        <p:spPr>
          <a:xfrm>
            <a:off x="5943600" y="3429000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컨셉 설명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C554F1E-1F41-CA4E-C45E-83A6EAD24A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58" y="1854753"/>
            <a:ext cx="3202750" cy="26022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9E3ED1-BE83-3197-F917-CFA412244A50}"/>
              </a:ext>
            </a:extLst>
          </p:cNvPr>
          <p:cNvSpPr txBox="1"/>
          <p:nvPr/>
        </p:nvSpPr>
        <p:spPr>
          <a:xfrm>
            <a:off x="5886451" y="2297303"/>
            <a:ext cx="6001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sz="1600" dirty="0"/>
              <a:t>자전거 전문 사이트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2A2049-50D8-B243-FBA0-28F3BBA39E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330" y="5312357"/>
            <a:ext cx="958256" cy="85876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2C9FFA-8AF9-AE2E-7804-051AEFEE1E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57" y="5324243"/>
            <a:ext cx="1150341" cy="8481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F204F1F-9513-310A-F762-C069ED778A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26" y="5312357"/>
            <a:ext cx="958256" cy="935699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AA368C1-AEC7-86AD-D540-1AC76CD09411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15037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CF801DC-5A8C-5DC8-9467-1215B92E2DA5}"/>
              </a:ext>
            </a:extLst>
          </p:cNvPr>
          <p:cNvCxnSpPr>
            <a:cxnSpLocks/>
          </p:cNvCxnSpPr>
          <p:nvPr/>
        </p:nvCxnSpPr>
        <p:spPr>
          <a:xfrm flipH="1">
            <a:off x="1336558" y="4371143"/>
            <a:ext cx="15251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953C8CE-A9FC-0E99-F7AD-539FCAC0D3A5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0" cy="762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AC8AF9A-4CC1-6606-A5E2-FC33BB08E0BF}"/>
              </a:ext>
            </a:extLst>
          </p:cNvPr>
          <p:cNvSpPr txBox="1"/>
          <p:nvPr/>
        </p:nvSpPr>
        <p:spPr>
          <a:xfrm>
            <a:off x="5886451" y="3891788"/>
            <a:ext cx="6001456" cy="226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1600" dirty="0"/>
              <a:t>자전거의 특정 한 분야만 하는 것이 아닌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다양한 종류의 자전거를 판매하며</a:t>
            </a:r>
            <a:r>
              <a:rPr lang="en-US" altLang="ko-KR" sz="1600" dirty="0"/>
              <a:t> </a:t>
            </a:r>
            <a:r>
              <a:rPr lang="ko-KR" altLang="en-US" sz="1600" dirty="0"/>
              <a:t>가격 비교도 가능하고 </a:t>
            </a:r>
            <a:br>
              <a:rPr lang="en-US" altLang="ko-KR" sz="1600" dirty="0"/>
            </a:br>
            <a:r>
              <a:rPr lang="ko-KR" altLang="en-US" sz="1600" dirty="0"/>
              <a:t>급하게 자전거를 사용해야 하는 이용자를 위해 대여도 가능하며 자전거 여행을 준비하는 이를 위해 자전거로 갈 대표 여행지를 추천하기도 하는 자전거 전문 사이트를 만들고자 하였습니다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050287-0588-FD32-31BA-D5B7FC4D948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28A1BEDB-21D0-5934-7223-927FAE3A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73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2711-65D9-4676-FD4B-8BDA4190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FF85AC-794F-8659-7E78-D62654958B6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564F6B4F-AF43-B081-44F5-6F69487F10D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DF2891C-FFAD-6066-42BC-2E8554C5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51133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02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설계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5ED860-0617-7B75-0BCB-6F3ED525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6592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>
            <a:extLst>
              <a:ext uri="{FF2B5EF4-FFF2-40B4-BE49-F238E27FC236}">
                <a16:creationId xmlns:a16="http://schemas.microsoft.com/office/drawing/2014/main" id="{E5CAEA9E-ABEC-8EBE-1FE3-D8637927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892" y="4856373"/>
            <a:ext cx="982796" cy="9827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0431DC2-CC73-5579-7E9A-E8354AEC9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66" y="2701148"/>
            <a:ext cx="1015505" cy="101550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1ED6C08-4876-6DDA-8A63-1891B9D7E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39" y="2735811"/>
            <a:ext cx="1003642" cy="101667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5C3C572-1D77-E87E-DBFF-4A5E266FA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467" y="2701148"/>
            <a:ext cx="1003642" cy="107055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42F7FB4-6C87-C7EA-7342-6E547E2E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235" y="2701148"/>
            <a:ext cx="1096985" cy="107055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D47B4AF-5166-B7CE-6C48-D9A30355CBDD}"/>
              </a:ext>
            </a:extLst>
          </p:cNvPr>
          <p:cNvSpPr txBox="1"/>
          <p:nvPr/>
        </p:nvSpPr>
        <p:spPr>
          <a:xfrm>
            <a:off x="666227" y="3708996"/>
            <a:ext cx="8103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script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298EE-C740-89B4-7A3E-4D722FF6A1F8}"/>
              </a:ext>
            </a:extLst>
          </p:cNvPr>
          <p:cNvSpPr txBox="1"/>
          <p:nvPr/>
        </p:nvSpPr>
        <p:spPr>
          <a:xfrm>
            <a:off x="1756005" y="370899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React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0288EF-9213-8E57-E7CD-0476DD5C47A7}"/>
              </a:ext>
            </a:extLst>
          </p:cNvPr>
          <p:cNvSpPr txBox="1"/>
          <p:nvPr/>
        </p:nvSpPr>
        <p:spPr>
          <a:xfrm>
            <a:off x="4447072" y="3708994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Axios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A4DBE-22F1-B114-E444-1EF63BA9A9F0}"/>
              </a:ext>
            </a:extLst>
          </p:cNvPr>
          <p:cNvSpPr txBox="1"/>
          <p:nvPr/>
        </p:nvSpPr>
        <p:spPr>
          <a:xfrm>
            <a:off x="3136619" y="3708995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Redux Toolkit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기술 스택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B8D24-2A0B-D08A-1FDE-0EE92C76C53C}"/>
              </a:ext>
            </a:extLst>
          </p:cNvPr>
          <p:cNvSpPr txBox="1"/>
          <p:nvPr/>
        </p:nvSpPr>
        <p:spPr>
          <a:xfrm>
            <a:off x="6519443" y="2273422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FBEB0-EDC4-1932-3555-8083EB167E5D}"/>
              </a:ext>
            </a:extLst>
          </p:cNvPr>
          <p:cNvSpPr txBox="1"/>
          <p:nvPr/>
        </p:nvSpPr>
        <p:spPr>
          <a:xfrm>
            <a:off x="6519442" y="4329904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DB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86C84-B4E2-8308-5A03-550760E27DA0}"/>
              </a:ext>
            </a:extLst>
          </p:cNvPr>
          <p:cNvSpPr txBox="1"/>
          <p:nvPr/>
        </p:nvSpPr>
        <p:spPr>
          <a:xfrm>
            <a:off x="8704455" y="1722579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46E21-947B-FD1F-C5F4-9E90B806C3E3}"/>
              </a:ext>
            </a:extLst>
          </p:cNvPr>
          <p:cNvSpPr txBox="1"/>
          <p:nvPr/>
        </p:nvSpPr>
        <p:spPr>
          <a:xfrm>
            <a:off x="313271" y="2273420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309375" y="2661526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E540F-3E10-FC85-B86A-DD53C04C9C9E}"/>
              </a:ext>
            </a:extLst>
          </p:cNvPr>
          <p:cNvSpPr txBox="1"/>
          <p:nvPr/>
        </p:nvSpPr>
        <p:spPr>
          <a:xfrm>
            <a:off x="2498285" y="1722578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4074E1-62C5-26C7-78A7-09B24D4A635E}"/>
              </a:ext>
            </a:extLst>
          </p:cNvPr>
          <p:cNvSpPr/>
          <p:nvPr/>
        </p:nvSpPr>
        <p:spPr>
          <a:xfrm flipH="1">
            <a:off x="6092981" y="1902674"/>
            <a:ext cx="7797" cy="43072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86ACD-A067-E769-8AF7-486667F28F2A}"/>
              </a:ext>
            </a:extLst>
          </p:cNvPr>
          <p:cNvSpPr txBox="1"/>
          <p:nvPr/>
        </p:nvSpPr>
        <p:spPr>
          <a:xfrm>
            <a:off x="304090" y="4329901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코드 규격 / 스타일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D86257-8D5D-376D-9992-60868B1E08B9}"/>
              </a:ext>
            </a:extLst>
          </p:cNvPr>
          <p:cNvSpPr/>
          <p:nvPr/>
        </p:nvSpPr>
        <p:spPr>
          <a:xfrm>
            <a:off x="309375" y="4718007"/>
            <a:ext cx="1513943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4B41EFF-96EA-92D4-760A-0B6A5D479224}"/>
              </a:ext>
            </a:extLst>
          </p:cNvPr>
          <p:cNvSpPr/>
          <p:nvPr/>
        </p:nvSpPr>
        <p:spPr>
          <a:xfrm>
            <a:off x="6515544" y="2689067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E7B419D-4FFA-0080-DA03-845982894E07}"/>
              </a:ext>
            </a:extLst>
          </p:cNvPr>
          <p:cNvSpPr/>
          <p:nvPr/>
        </p:nvSpPr>
        <p:spPr>
          <a:xfrm>
            <a:off x="6515544" y="4718006"/>
            <a:ext cx="1495581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DE3B659-E599-C682-86EF-F805280DA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366" y="2742783"/>
            <a:ext cx="1042108" cy="102891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C6E425E-010F-2DE6-2741-0A580CF57C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306" y="2746782"/>
            <a:ext cx="1011433" cy="102491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9F5AE08-D2EE-0DEB-193B-DC4F003CE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058" y="2767052"/>
            <a:ext cx="1015814" cy="98037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5243B45-0D19-74CC-3FE0-FFFA73E7FF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8536" y="2724929"/>
            <a:ext cx="1040152" cy="10646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AEED5F-4FCA-F917-3D58-2FD8EB7D1C88}"/>
              </a:ext>
            </a:extLst>
          </p:cNvPr>
          <p:cNvSpPr txBox="1"/>
          <p:nvPr/>
        </p:nvSpPr>
        <p:spPr>
          <a:xfrm>
            <a:off x="6948543" y="3722088"/>
            <a:ext cx="45720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7375C-3B09-9461-7521-C3A90671948C}"/>
              </a:ext>
            </a:extLst>
          </p:cNvPr>
          <p:cNvSpPr txBox="1"/>
          <p:nvPr/>
        </p:nvSpPr>
        <p:spPr>
          <a:xfrm>
            <a:off x="7918807" y="3722087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Boot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336F0-915C-0238-9486-14A032155808}"/>
              </a:ext>
            </a:extLst>
          </p:cNvPr>
          <p:cNvSpPr txBox="1"/>
          <p:nvPr/>
        </p:nvSpPr>
        <p:spPr>
          <a:xfrm>
            <a:off x="9283563" y="3722087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Data</a:t>
            </a: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Jpa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2279E-A708-D034-2F89-DC724006F402}"/>
              </a:ext>
            </a:extLst>
          </p:cNvPr>
          <p:cNvSpPr txBox="1"/>
          <p:nvPr/>
        </p:nvSpPr>
        <p:spPr>
          <a:xfrm>
            <a:off x="10637379" y="3722086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Security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CC44C-9C82-281D-5803-355A9A326612}"/>
              </a:ext>
            </a:extLst>
          </p:cNvPr>
          <p:cNvSpPr txBox="1"/>
          <p:nvPr/>
        </p:nvSpPr>
        <p:spPr>
          <a:xfrm>
            <a:off x="6736636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My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SQL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392D52E-E2A4-9264-A9BB-3B87A6A561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64" y="4860745"/>
            <a:ext cx="960708" cy="97405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C77A51-27B5-E362-4851-8EE7209B47CE}"/>
              </a:ext>
            </a:extLst>
          </p:cNvPr>
          <p:cNvSpPr txBox="1"/>
          <p:nvPr/>
        </p:nvSpPr>
        <p:spPr>
          <a:xfrm>
            <a:off x="564163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ESLint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8C4BBAB-DA9C-9838-351B-9748156E5F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2">
            <a:extLst>
              <a:ext uri="{FF2B5EF4-FFF2-40B4-BE49-F238E27FC236}">
                <a16:creationId xmlns:a16="http://schemas.microsoft.com/office/drawing/2014/main" id="{6DF13CDE-7B59-1DB6-1654-1EC59038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/>
              </a:rPr>
              <a:t>개발 툴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437905" y="3872191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79A9CC-E012-FA23-D4EB-1D75C7F056CE}"/>
              </a:ext>
            </a:extLst>
          </p:cNvPr>
          <p:cNvSpPr/>
          <p:nvPr/>
        </p:nvSpPr>
        <p:spPr>
          <a:xfrm>
            <a:off x="4422338" y="3872190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A69414-E357-7A35-4362-3A929974560E}"/>
              </a:ext>
            </a:extLst>
          </p:cNvPr>
          <p:cNvSpPr/>
          <p:nvPr/>
        </p:nvSpPr>
        <p:spPr>
          <a:xfrm>
            <a:off x="8406772" y="3872188"/>
            <a:ext cx="3350087" cy="1635051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48BB66-21D2-046B-79BB-2A625853E3A5}"/>
              </a:ext>
            </a:extLst>
          </p:cNvPr>
          <p:cNvSpPr txBox="1"/>
          <p:nvPr/>
        </p:nvSpPr>
        <p:spPr>
          <a:xfrm>
            <a:off x="1616936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3A8B64-D799-378A-EAA6-C29C55158C83}"/>
              </a:ext>
            </a:extLst>
          </p:cNvPr>
          <p:cNvSpPr txBox="1"/>
          <p:nvPr/>
        </p:nvSpPr>
        <p:spPr>
          <a:xfrm>
            <a:off x="5592188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0C60D-6E15-B926-5F6C-6EC270C46929}"/>
              </a:ext>
            </a:extLst>
          </p:cNvPr>
          <p:cNvSpPr txBox="1"/>
          <p:nvPr/>
        </p:nvSpPr>
        <p:spPr>
          <a:xfrm>
            <a:off x="9218574" y="3429000"/>
            <a:ext cx="1733319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err="1">
                <a:solidFill>
                  <a:srgbClr val="0070C0"/>
                </a:solidFill>
                <a:ea typeface="맑은 고딕"/>
              </a:rPr>
              <a:t>Teanwork</a:t>
            </a:r>
            <a:endParaRPr lang="ko-KR" b="1" err="1">
              <a:solidFill>
                <a:srgbClr val="0070C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318124-5772-2222-6EE4-6A833ABD9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85" y="4074811"/>
            <a:ext cx="964474" cy="978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A7D382-80C9-1C8B-C9F3-84E1A4B84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60" y="4070114"/>
            <a:ext cx="988574" cy="9885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E2CAA9C-B5AE-5943-3588-E81A04AD2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75" y="4060168"/>
            <a:ext cx="992024" cy="10058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3BE1A48-086D-60F3-49A2-E037B4E6B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658" y="4005068"/>
            <a:ext cx="998874" cy="10543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7BA43B-600B-EA52-429D-843D7D6EC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7585" y="4021670"/>
            <a:ext cx="997230" cy="10387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8D812-A400-4DC9-98B7-0B9E12838F46}"/>
              </a:ext>
            </a:extLst>
          </p:cNvPr>
          <p:cNvSpPr txBox="1"/>
          <p:nvPr/>
        </p:nvSpPr>
        <p:spPr>
          <a:xfrm>
            <a:off x="853767" y="505838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VSCode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0EAED-C296-6B70-CE10-9108572C4B3D}"/>
              </a:ext>
            </a:extLst>
          </p:cNvPr>
          <p:cNvSpPr txBox="1"/>
          <p:nvPr/>
        </p:nvSpPr>
        <p:spPr>
          <a:xfrm>
            <a:off x="485149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IntelliJ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25687-F528-34C9-5DCE-00CCC9ACD2A5}"/>
              </a:ext>
            </a:extLst>
          </p:cNvPr>
          <p:cNvSpPr txBox="1"/>
          <p:nvPr/>
        </p:nvSpPr>
        <p:spPr>
          <a:xfrm>
            <a:off x="628163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ED10E-7084-B492-BB80-47C11D129472}"/>
              </a:ext>
            </a:extLst>
          </p:cNvPr>
          <p:cNvSpPr txBox="1"/>
          <p:nvPr/>
        </p:nvSpPr>
        <p:spPr>
          <a:xfrm>
            <a:off x="890141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Notion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541BE1-F373-B04F-0F73-8916C108860B}"/>
              </a:ext>
            </a:extLst>
          </p:cNvPr>
          <p:cNvSpPr txBox="1"/>
          <p:nvPr/>
        </p:nvSpPr>
        <p:spPr>
          <a:xfrm>
            <a:off x="1029054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Github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465499-6728-3468-1252-3CFE232364C7}"/>
              </a:ext>
            </a:extLst>
          </p:cNvPr>
          <p:cNvGrpSpPr/>
          <p:nvPr/>
        </p:nvGrpSpPr>
        <p:grpSpPr>
          <a:xfrm>
            <a:off x="2295956" y="4067825"/>
            <a:ext cx="964474" cy="978058"/>
            <a:chOff x="1693915" y="2736214"/>
            <a:chExt cx="964474" cy="978058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A5E1520-8F19-1E5D-0037-03486BC1F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3915" y="2736214"/>
              <a:ext cx="964474" cy="97805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506D5F3-057C-F43F-5525-FF06F3DEC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3710" y="2919653"/>
              <a:ext cx="584690" cy="584688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6DA7461-CA08-D1C2-F6A0-710A838EE454}"/>
              </a:ext>
            </a:extLst>
          </p:cNvPr>
          <p:cNvSpPr txBox="1"/>
          <p:nvPr/>
        </p:nvSpPr>
        <p:spPr>
          <a:xfrm>
            <a:off x="2262539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Node.js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B7886D9-4CD2-A1FA-DB76-A8BEEEC125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6579" y="2428520"/>
            <a:ext cx="969220" cy="93194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6CE2A90-A375-554D-4FE4-B3CF5E84B0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009" y="2344322"/>
            <a:ext cx="969219" cy="95058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CE-2075-5F3F-E3AD-6F7D0A54E0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1286" y="2319692"/>
            <a:ext cx="1061058" cy="99984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C40D36-8E52-AF3B-5CDA-3918DBD6287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D3BAA236-C7B9-71E7-3B1F-9E00A73C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1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2A2C-4F7C-7B84-75A0-135FA159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14F28F-3493-53A4-30D8-360E9FF68852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072D04A-6018-13DC-7184-56C5BF7E00C9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1A371C-A0E2-B547-95EE-0101F9D5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758982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산출물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A48EA3-4CF4-7297-7B2A-F453B5F9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0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974656-9DE8-E067-B8EB-6BFD779E40F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1012C-A778-950D-E45E-D5F68AD9C53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954C6-B647-DECE-B5F9-3D00635B500E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WBS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작업 분할 구조도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DFC0C4-0A03-90F6-871E-1E78B63CE63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6DF135-4B8D-D3B0-7768-9F2C21CEBC0A}"/>
              </a:ext>
            </a:extLst>
          </p:cNvPr>
          <p:cNvSpPr txBox="1"/>
          <p:nvPr/>
        </p:nvSpPr>
        <p:spPr>
          <a:xfrm>
            <a:off x="2273808" y="5953385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파일별 기능 설명 및 경로</a:t>
            </a:r>
            <a:r>
              <a:rPr lang="en-US" altLang="ko-KR" sz="1400" dirty="0"/>
              <a:t>, </a:t>
            </a:r>
            <a:r>
              <a:rPr lang="ko-KR" altLang="en-US" sz="1400" dirty="0"/>
              <a:t>참조 </a:t>
            </a:r>
            <a:r>
              <a:rPr lang="en-US" altLang="ko-KR" sz="1400" dirty="0"/>
              <a:t>BE</a:t>
            </a:r>
            <a:r>
              <a:rPr lang="ko-KR" altLang="en-US" sz="1400" dirty="0"/>
              <a:t> 작성</a:t>
            </a:r>
            <a:endParaRPr lang="en-US" altLang="ko-KR" sz="1400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201BA242-462D-E16E-574F-BDB5D720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5" y="1507934"/>
            <a:ext cx="10366664" cy="4297680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A579471-7DB3-A240-6749-A64EC9B01F0E}"/>
              </a:ext>
            </a:extLst>
          </p:cNvPr>
          <p:cNvSpPr txBox="1"/>
          <p:nvPr/>
        </p:nvSpPr>
        <p:spPr>
          <a:xfrm>
            <a:off x="8068056" y="5962919"/>
            <a:ext cx="191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작업 진척도 표시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49693FB-77A9-9BF3-E3E3-64F996F12F2A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20C45C2A-1078-C166-52BA-577B33C49B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584459"/>
              </p:ext>
            </p:extLst>
          </p:nvPr>
        </p:nvGraphicFramePr>
        <p:xfrm>
          <a:off x="10276629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6629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8048DB05-1AB7-49BB-8D9F-6A70AD0B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34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DC5B-C9CC-4698-1033-5E64077E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508B54-9236-3B68-8BA3-9AC74E6686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E2F9B-0E28-0AB1-1B02-5BB3487016A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68D9C-0795-BEFD-82B8-F6813AF2179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기능명세서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1896B4-95CA-ACF0-05D3-6597BF9FABF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9ED309-70FF-88DD-D421-A29F492CA7FB}"/>
              </a:ext>
            </a:extLst>
          </p:cNvPr>
          <p:cNvSpPr txBox="1"/>
          <p:nvPr/>
        </p:nvSpPr>
        <p:spPr>
          <a:xfrm>
            <a:off x="4184903" y="5953384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기능 단계별 사용 파일 및 기능 정의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056EFF-D240-757D-4E5C-C4DAC2D4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43" y="1447296"/>
            <a:ext cx="8708113" cy="44189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79202ED-BF52-37FA-29EB-1D776602F3D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37EED6BE-7BB9-0B2E-F83D-622C10F8C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08185"/>
              </p:ext>
            </p:extLst>
          </p:nvPr>
        </p:nvGraphicFramePr>
        <p:xfrm>
          <a:off x="9535656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35656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슬라이드 번호 개체 틀 2">
            <a:extLst>
              <a:ext uri="{FF2B5EF4-FFF2-40B4-BE49-F238E27FC236}">
                <a16:creationId xmlns:a16="http://schemas.microsoft.com/office/drawing/2014/main" id="{42283F85-4601-DC0C-62AD-7E692757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5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85D4-3CFC-DCAA-EABD-2246C8B0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3782C5-4310-E1D0-DE90-0DEA6824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27" y="1444621"/>
            <a:ext cx="5055152" cy="4331956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165A5F-6EC6-98CB-16BA-8CB39CFB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78" y="1444620"/>
            <a:ext cx="5013795" cy="433484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5876E-596B-82B4-0EC8-EDDAD57B75A8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9D93B-BDDE-4E9A-03A6-D3427AD58141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379E41-6E0C-C9D6-B9D7-2C351B3A1067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테이블명세서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1764EB-28D2-87DB-6BD1-3D69FBB9043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A4C834-4356-1C97-B85F-06875EC56F19}"/>
              </a:ext>
            </a:extLst>
          </p:cNvPr>
          <p:cNvSpPr txBox="1"/>
          <p:nvPr/>
        </p:nvSpPr>
        <p:spPr>
          <a:xfrm>
            <a:off x="2737903" y="5894897"/>
            <a:ext cx="1487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테이블 명세서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E783A-5D61-8868-A80A-D7F103912F8E}"/>
              </a:ext>
            </a:extLst>
          </p:cNvPr>
          <p:cNvSpPr txBox="1"/>
          <p:nvPr/>
        </p:nvSpPr>
        <p:spPr>
          <a:xfrm>
            <a:off x="7320149" y="5889647"/>
            <a:ext cx="3195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SQL, </a:t>
            </a:r>
            <a:r>
              <a:rPr lang="ko-KR" altLang="en-US" sz="1400" dirty="0"/>
              <a:t>테이블 내용 이미지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267EE5-B1C3-2774-8558-1CA91B2459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DD1E7794-801B-5D25-AAD7-C7C3BCCDE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374544"/>
              </p:ext>
            </p:extLst>
          </p:nvPr>
        </p:nvGraphicFramePr>
        <p:xfrm>
          <a:off x="10323573" y="46986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문서" showAsIcon="1" r:id="rId4" imgW="914400" imgH="771525" progId="Word.Document.12">
                  <p:link updateAutomatic="1"/>
                </p:oleObj>
              </mc:Choice>
              <mc:Fallback>
                <p:oleObj name="문서" showAsIcon="1" r:id="rId4" imgW="914400" imgH="771525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23573" y="46986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DE6957F-923B-0B10-30FF-5264E057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9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0220-31BA-D652-EE3E-9985C830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3224DF-F797-DE2B-ED1E-F5638E90F0D6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B5E92501-C263-9A36-A752-D879695F3978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057E875-3CBF-D23A-B749-8FA2DD91F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17952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기능 설명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B0B59F-F3C0-5B07-0E25-FAD97FCD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631996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B49C6C4-9730-7E31-1A10-9A1DFB9CAE2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93512-0734-66CA-4A35-191599710814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E44E6A-E79C-976E-EC28-C02EDC08EF6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요청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/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내용</a:t>
            </a:r>
            <a:r>
              <a:rPr lang="en-US" altLang="ko-KR" sz="1400" dirty="0"/>
              <a:t> </a:t>
            </a:r>
            <a:r>
              <a:rPr lang="ko-KR" altLang="en-US" sz="1400" dirty="0"/>
              <a:t>지우기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⑤ </a:t>
            </a: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플랫폼</a:t>
            </a:r>
            <a:r>
              <a:rPr lang="en-US" altLang="ko-KR" sz="1400" dirty="0"/>
              <a:t> </a:t>
            </a:r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⑥ </a:t>
            </a:r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⑦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/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284C450-2A6D-C99C-FD62-C676F26006A6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7E9BDB-A35D-764A-3E6F-8AE5B596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8610" y="1508125"/>
            <a:ext cx="8925523" cy="4834658"/>
          </a:xfrm>
          <a:prstGeom prst="rect">
            <a:avLst/>
          </a:prstGeom>
        </p:spPr>
      </p:pic>
      <p:sp>
        <p:nvSpPr>
          <p:cNvPr id="36" name="사각형: 둥근 모서리 21"/>
          <p:cNvSpPr/>
          <p:nvPr/>
        </p:nvSpPr>
        <p:spPr>
          <a:xfrm>
            <a:off x="3674972" y="3029671"/>
            <a:ext cx="2744709" cy="26150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7" name="사각형: 둥근 모서리 21"/>
          <p:cNvSpPr/>
          <p:nvPr/>
        </p:nvSpPr>
        <p:spPr>
          <a:xfrm>
            <a:off x="3685761" y="3428887"/>
            <a:ext cx="2744709" cy="26150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8" name="사각형: 둥근 모서리 21"/>
          <p:cNvSpPr/>
          <p:nvPr/>
        </p:nvSpPr>
        <p:spPr>
          <a:xfrm>
            <a:off x="4074179" y="3690507"/>
            <a:ext cx="629991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9" name="사각형: 둥근 모서리 21"/>
          <p:cNvSpPr/>
          <p:nvPr/>
        </p:nvSpPr>
        <p:spPr>
          <a:xfrm>
            <a:off x="4743328" y="3690507"/>
            <a:ext cx="629991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0" name="TextBox 32"/>
          <p:cNvSpPr txBox="1"/>
          <p:nvPr/>
        </p:nvSpPr>
        <p:spPr>
          <a:xfrm>
            <a:off x="3420026" y="269163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1" name="TextBox 32"/>
          <p:cNvSpPr txBox="1"/>
          <p:nvPr/>
        </p:nvSpPr>
        <p:spPr>
          <a:xfrm>
            <a:off x="3420043" y="3690493"/>
            <a:ext cx="45720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r>
              <a:rPr lang="en-US" altLang="ko-KR" sz="1600" dirty="0"/>
              <a:t> 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2" name="TextBox 32"/>
          <p:cNvSpPr txBox="1"/>
          <p:nvPr/>
        </p:nvSpPr>
        <p:spPr>
          <a:xfrm>
            <a:off x="3877243" y="411149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3" name="TextBox 32"/>
          <p:cNvSpPr txBox="1"/>
          <p:nvPr/>
        </p:nvSpPr>
        <p:spPr>
          <a:xfrm>
            <a:off x="5193547" y="411149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④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사각형: 둥근 모서리 21"/>
          <p:cNvSpPr/>
          <p:nvPr/>
        </p:nvSpPr>
        <p:spPr>
          <a:xfrm>
            <a:off x="3269181" y="4591572"/>
            <a:ext cx="2934713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5" name="TextBox 32"/>
          <p:cNvSpPr txBox="1"/>
          <p:nvPr/>
        </p:nvSpPr>
        <p:spPr>
          <a:xfrm>
            <a:off x="2811662" y="459155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⑤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6" name="사각형: 둥근 모서리 21"/>
          <p:cNvSpPr/>
          <p:nvPr/>
        </p:nvSpPr>
        <p:spPr>
          <a:xfrm>
            <a:off x="3674779" y="5794246"/>
            <a:ext cx="659376" cy="291442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7" name="TextBox 32"/>
          <p:cNvSpPr txBox="1"/>
          <p:nvPr/>
        </p:nvSpPr>
        <p:spPr>
          <a:xfrm>
            <a:off x="3217427" y="558850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⑥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8" name="사각형: 둥근 모서리 21"/>
          <p:cNvSpPr/>
          <p:nvPr/>
        </p:nvSpPr>
        <p:spPr>
          <a:xfrm>
            <a:off x="4333909" y="5794246"/>
            <a:ext cx="1317230" cy="291442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9" name="TextBox 32"/>
          <p:cNvSpPr txBox="1"/>
          <p:nvPr/>
        </p:nvSpPr>
        <p:spPr>
          <a:xfrm>
            <a:off x="5547933" y="558850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⑦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TextBox 25"/>
          <p:cNvSpPr txBox="1"/>
          <p:nvPr/>
        </p:nvSpPr>
        <p:spPr>
          <a:xfrm>
            <a:off x="9272016" y="1939919"/>
            <a:ext cx="2919730" cy="1158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dirty="0"/>
              <a:t>입력한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또는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비밀번호가</a:t>
            </a:r>
            <a:r>
              <a:rPr lang="en-US" altLang="ko-KR" sz="1400" dirty="0"/>
              <a:t> </a:t>
            </a:r>
            <a:r>
              <a:rPr lang="ko-KR" altLang="en-US" sz="1400" dirty="0"/>
              <a:t>다를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다음과</a:t>
            </a:r>
            <a:r>
              <a:rPr lang="en-US" altLang="ko-KR" sz="1400" dirty="0"/>
              <a:t> </a:t>
            </a:r>
            <a:r>
              <a:rPr lang="ko-KR" altLang="en-US" sz="1400" dirty="0"/>
              <a:t>같은</a:t>
            </a:r>
            <a:r>
              <a:rPr lang="en-US" altLang="ko-KR" sz="1400" dirty="0"/>
              <a:t> </a:t>
            </a:r>
            <a:r>
              <a:rPr lang="ko-KR" altLang="en-US" sz="1400" dirty="0"/>
              <a:t>화면이</a:t>
            </a:r>
            <a:r>
              <a:rPr lang="en-US" altLang="ko-KR" sz="1400" dirty="0"/>
              <a:t> </a:t>
            </a:r>
            <a:r>
              <a:rPr lang="ko-KR" altLang="en-US" sz="1400" dirty="0"/>
              <a:t>출력됨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ko-KR" altLang="en-US" sz="1400" dirty="0"/>
          </a:p>
        </p:txBody>
      </p:sp>
      <p:sp>
        <p:nvSpPr>
          <p:cNvPr id="7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114" y="1508375"/>
            <a:ext cx="8922714" cy="483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278" y="1488401"/>
            <a:ext cx="8997085" cy="4873421"/>
          </a:xfrm>
          <a:prstGeom prst="rect">
            <a:avLst/>
          </a:prstGeom>
        </p:spPr>
      </p:pic>
      <p:sp>
        <p:nvSpPr>
          <p:cNvPr id="9" name="사각형: 둥근 모서리 21"/>
          <p:cNvSpPr/>
          <p:nvPr/>
        </p:nvSpPr>
        <p:spPr>
          <a:xfrm>
            <a:off x="2917484" y="2544138"/>
            <a:ext cx="3566934" cy="70388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0" name="사각형: 둥근 모서리 21"/>
          <p:cNvSpPr/>
          <p:nvPr/>
        </p:nvSpPr>
        <p:spPr>
          <a:xfrm>
            <a:off x="2894624" y="3348683"/>
            <a:ext cx="3566934" cy="1560937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사각형: 둥근 모서리 21"/>
          <p:cNvSpPr/>
          <p:nvPr/>
        </p:nvSpPr>
        <p:spPr>
          <a:xfrm>
            <a:off x="2917484" y="5010553"/>
            <a:ext cx="3566934" cy="773026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2" name="TextBox 32"/>
          <p:cNvSpPr txBox="1"/>
          <p:nvPr/>
        </p:nvSpPr>
        <p:spPr>
          <a:xfrm>
            <a:off x="2527851" y="272719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32"/>
          <p:cNvSpPr txBox="1"/>
          <p:nvPr/>
        </p:nvSpPr>
        <p:spPr>
          <a:xfrm>
            <a:off x="2508818" y="395147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TextBox 32"/>
          <p:cNvSpPr txBox="1"/>
          <p:nvPr/>
        </p:nvSpPr>
        <p:spPr>
          <a:xfrm>
            <a:off x="2508818" y="5229733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TextBox 25"/>
          <p:cNvSpPr txBox="1"/>
          <p:nvPr/>
        </p:nvSpPr>
        <p:spPr>
          <a:xfrm>
            <a:off x="9272016" y="1939919"/>
            <a:ext cx="2919730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기본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주소</a:t>
            </a:r>
            <a:r>
              <a:rPr lang="en-US" altLang="ko-KR" sz="1400" dirty="0"/>
              <a:t> </a:t>
            </a:r>
            <a:r>
              <a:rPr lang="ko-KR" altLang="en-US" sz="1400" dirty="0"/>
              <a:t>검색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상세주소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전화번호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내용</a:t>
            </a:r>
            <a:r>
              <a:rPr lang="en-US" altLang="ko-KR" sz="1400" dirty="0"/>
              <a:t> </a:t>
            </a:r>
            <a:r>
              <a:rPr lang="ko-KR" altLang="en-US" sz="1400" dirty="0"/>
              <a:t>삭제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⑤ </a:t>
            </a:r>
            <a:r>
              <a:rPr lang="ko-KR" altLang="en-US" sz="1400" dirty="0"/>
              <a:t>제출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ko-KR" altLang="en-US" sz="1400" dirty="0"/>
          </a:p>
        </p:txBody>
      </p:sp>
      <p:sp>
        <p:nvSpPr>
          <p:cNvPr id="16" name="TextBox 32"/>
          <p:cNvSpPr txBox="1"/>
          <p:nvPr/>
        </p:nvSpPr>
        <p:spPr>
          <a:xfrm>
            <a:off x="1827260" y="5686346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④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사각형: 둥근 모서리 21"/>
          <p:cNvSpPr/>
          <p:nvPr/>
        </p:nvSpPr>
        <p:spPr>
          <a:xfrm>
            <a:off x="1223552" y="6021630"/>
            <a:ext cx="2639046" cy="35567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8" name="사각형: 둥근 모서리 21"/>
          <p:cNvSpPr/>
          <p:nvPr/>
        </p:nvSpPr>
        <p:spPr>
          <a:xfrm>
            <a:off x="5593251" y="6021630"/>
            <a:ext cx="2639046" cy="35567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9" name="TextBox 32"/>
          <p:cNvSpPr txBox="1"/>
          <p:nvPr/>
        </p:nvSpPr>
        <p:spPr>
          <a:xfrm>
            <a:off x="6792943" y="568629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⑤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dirty="0"/>
              <a:t>필수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*</a:t>
            </a:r>
            <a:r>
              <a:rPr lang="ko-KR" altLang="en-US" sz="1400" dirty="0"/>
              <a:t>란이</a:t>
            </a:r>
            <a:r>
              <a:rPr lang="en-US" altLang="ko-KR" sz="1400" dirty="0"/>
              <a:t> </a:t>
            </a:r>
            <a:r>
              <a:rPr lang="ko-KR" altLang="en-US" sz="1400" dirty="0"/>
              <a:t>비어있는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경우와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중복</a:t>
            </a:r>
            <a:r>
              <a:rPr lang="en-US" altLang="ko-KR" sz="1400" dirty="0"/>
              <a:t> </a:t>
            </a:r>
            <a:r>
              <a:rPr lang="ko-KR" altLang="en-US" sz="1400" dirty="0"/>
              <a:t>확인을</a:t>
            </a:r>
            <a:r>
              <a:rPr lang="en-US" altLang="ko-KR" sz="1400" dirty="0"/>
              <a:t> </a:t>
            </a:r>
            <a:r>
              <a:rPr lang="ko-KR" altLang="en-US" sz="1400" dirty="0"/>
              <a:t>하지</a:t>
            </a:r>
            <a:r>
              <a:rPr lang="en-US" altLang="ko-KR" sz="1400" dirty="0"/>
              <a:t> </a:t>
            </a:r>
            <a:r>
              <a:rPr lang="ko-KR" altLang="en-US" sz="1400" dirty="0"/>
              <a:t>않은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불일치</a:t>
            </a:r>
            <a:r>
              <a:rPr lang="en-US" altLang="ko-KR" sz="1400" dirty="0"/>
              <a:t> </a:t>
            </a:r>
            <a:r>
              <a:rPr lang="ko-KR" altLang="en-US" sz="1400" dirty="0"/>
              <a:t>인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경보</a:t>
            </a:r>
            <a:r>
              <a:rPr lang="en-US" altLang="ko-KR" sz="1400" dirty="0"/>
              <a:t>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en-US" altLang="ko-KR" sz="1400" dirty="0"/>
              <a:t>*</a:t>
            </a:r>
            <a:r>
              <a:rPr lang="ko-KR" altLang="en-US" sz="1400" dirty="0"/>
              <a:t>필수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 :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, </a:t>
            </a:r>
            <a:r>
              <a:rPr lang="ko-KR" altLang="en-US" sz="1400" dirty="0"/>
              <a:t>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성별</a:t>
            </a:r>
            <a:r>
              <a:rPr lang="en-US" altLang="ko-KR" sz="1400" dirty="0"/>
              <a:t>, </a:t>
            </a:r>
            <a:r>
              <a:rPr lang="ko-KR" altLang="en-US" sz="1400" dirty="0"/>
              <a:t>도로명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, </a:t>
            </a:r>
            <a:r>
              <a:rPr lang="ko-KR" altLang="en-US" sz="1400" dirty="0"/>
              <a:t>상세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81" y="1508190"/>
            <a:ext cx="9092323" cy="49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소셜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소셜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시</a:t>
            </a:r>
            <a:r>
              <a:rPr lang="en-US" altLang="ko-KR" sz="1400" dirty="0"/>
              <a:t>, </a:t>
            </a:r>
            <a:r>
              <a:rPr lang="ko-KR" altLang="en-US" sz="1400" dirty="0"/>
              <a:t>플랫폼을</a:t>
            </a:r>
            <a:r>
              <a:rPr lang="en-US" altLang="ko-KR" sz="1400" dirty="0"/>
              <a:t> </a:t>
            </a:r>
            <a:r>
              <a:rPr lang="ko-KR" altLang="en-US" sz="1400" dirty="0"/>
              <a:t>통해</a:t>
            </a:r>
            <a:r>
              <a:rPr lang="en-US" altLang="ko-KR" sz="1400" dirty="0"/>
              <a:t> </a:t>
            </a:r>
            <a:r>
              <a:rPr lang="ko-KR" altLang="en-US" sz="1400" dirty="0"/>
              <a:t>전달받은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없는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자동으로</a:t>
            </a:r>
            <a:r>
              <a:rPr lang="en-US" altLang="ko-KR" sz="1400" dirty="0"/>
              <a:t> 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일반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페이지와</a:t>
            </a:r>
            <a:r>
              <a:rPr lang="en-US" altLang="ko-KR" sz="1400" dirty="0"/>
              <a:t> </a:t>
            </a:r>
            <a:r>
              <a:rPr lang="ko-KR" altLang="en-US" sz="1400" dirty="0"/>
              <a:t>달리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 </a:t>
            </a:r>
            <a:r>
              <a:rPr lang="ko-KR" altLang="en-US" sz="1400" dirty="0"/>
              <a:t>항목이</a:t>
            </a:r>
            <a:r>
              <a:rPr lang="en-US" altLang="ko-KR" sz="1400" dirty="0"/>
              <a:t> </a:t>
            </a:r>
            <a:r>
              <a:rPr lang="ko-KR" altLang="en-US" sz="1400" dirty="0"/>
              <a:t>없음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그외에는</a:t>
            </a:r>
            <a:r>
              <a:rPr lang="en-US" altLang="ko-KR" sz="1400" dirty="0"/>
              <a:t> </a:t>
            </a:r>
            <a:r>
              <a:rPr lang="ko-KR" altLang="en-US" sz="1400" dirty="0"/>
              <a:t>전부</a:t>
            </a:r>
            <a:r>
              <a:rPr lang="en-US" altLang="ko-KR" sz="1400" dirty="0"/>
              <a:t> </a:t>
            </a:r>
            <a:r>
              <a:rPr lang="ko-KR" altLang="en-US" sz="1400" dirty="0"/>
              <a:t>동일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157" y="1488081"/>
            <a:ext cx="8922668" cy="483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070" y="1488050"/>
            <a:ext cx="8432153" cy="4881382"/>
          </a:xfrm>
          <a:prstGeom prst="rect">
            <a:avLst/>
          </a:prstGeom>
        </p:spPr>
      </p:pic>
      <p:sp>
        <p:nvSpPr>
          <p:cNvPr id="9" name="사각형: 둥근 모서리 21"/>
          <p:cNvSpPr/>
          <p:nvPr/>
        </p:nvSpPr>
        <p:spPr>
          <a:xfrm>
            <a:off x="1602067" y="3097858"/>
            <a:ext cx="1613168" cy="48274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0" name="사각형: 둥근 모서리 21"/>
          <p:cNvSpPr/>
          <p:nvPr/>
        </p:nvSpPr>
        <p:spPr>
          <a:xfrm>
            <a:off x="5626505" y="3097858"/>
            <a:ext cx="1613168" cy="48274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TextBox 32"/>
          <p:cNvSpPr txBox="1"/>
          <p:nvPr/>
        </p:nvSpPr>
        <p:spPr>
          <a:xfrm>
            <a:off x="1212131" y="32421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TextBox 32"/>
          <p:cNvSpPr txBox="1"/>
          <p:nvPr/>
        </p:nvSpPr>
        <p:spPr>
          <a:xfrm>
            <a:off x="5236761" y="32421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21"/>
          <p:cNvSpPr/>
          <p:nvPr/>
        </p:nvSpPr>
        <p:spPr>
          <a:xfrm>
            <a:off x="2982241" y="3688354"/>
            <a:ext cx="1193249" cy="240008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4" name="사각형: 둥근 모서리 21"/>
          <p:cNvSpPr/>
          <p:nvPr/>
        </p:nvSpPr>
        <p:spPr>
          <a:xfrm>
            <a:off x="7017469" y="3914936"/>
            <a:ext cx="1193249" cy="240008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TextBox 32"/>
          <p:cNvSpPr txBox="1"/>
          <p:nvPr/>
        </p:nvSpPr>
        <p:spPr>
          <a:xfrm>
            <a:off x="3576967" y="335330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TextBox 32"/>
          <p:cNvSpPr txBox="1"/>
          <p:nvPr/>
        </p:nvSpPr>
        <p:spPr>
          <a:xfrm>
            <a:off x="7536669" y="4155313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endParaRPr lang="en-US" altLang="ko-KR" sz="1400" dirty="0"/>
          </a:p>
          <a:p>
            <a:pPr lvl="0"/>
            <a:r>
              <a:rPr lang="en-US" altLang="ko-KR" sz="1400" dirty="0"/>
              <a:t>(</a:t>
            </a:r>
            <a:r>
              <a:rPr lang="ko-KR" altLang="en-US" sz="1400" dirty="0"/>
              <a:t>좌</a:t>
            </a:r>
            <a:r>
              <a:rPr lang="en-US" altLang="ko-KR" sz="1400" dirty="0"/>
              <a:t> : </a:t>
            </a:r>
            <a:r>
              <a:rPr lang="ko-KR" altLang="en-US" sz="1400" dirty="0"/>
              <a:t>아이디찾기</a:t>
            </a:r>
            <a:r>
              <a:rPr lang="en-US" altLang="ko-KR" sz="1400" dirty="0"/>
              <a:t> // </a:t>
            </a:r>
            <a:r>
              <a:rPr lang="ko-KR" altLang="en-US" sz="1400" dirty="0"/>
              <a:t>우</a:t>
            </a:r>
            <a:r>
              <a:rPr lang="en-US" altLang="ko-KR" sz="1400" dirty="0"/>
              <a:t> :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)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등록한</a:t>
            </a:r>
            <a:r>
              <a:rPr lang="en-US" altLang="ko-KR" sz="1400" dirty="0"/>
              <a:t> </a:t>
            </a:r>
            <a:r>
              <a:rPr lang="ko-KR" altLang="en-US" sz="1400" dirty="0"/>
              <a:t>이름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이메일을</a:t>
            </a:r>
            <a:r>
              <a:rPr lang="en-US" altLang="ko-KR" sz="1400" dirty="0"/>
              <a:t> </a:t>
            </a:r>
            <a:r>
              <a:rPr lang="ko-KR" altLang="en-US" sz="1400" dirty="0"/>
              <a:t>통한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코드</a:t>
            </a:r>
            <a:r>
              <a:rPr lang="en-US" altLang="ko-KR" sz="1400" dirty="0"/>
              <a:t> </a:t>
            </a:r>
            <a:r>
              <a:rPr lang="ko-KR" altLang="en-US" sz="1400" dirty="0"/>
              <a:t>요청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en-US" altLang="ko-KR" sz="1400" b="1" dirty="0"/>
              <a:t>③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0"/>
            <a:endParaRPr lang="ko-KR" altLang="en-US" sz="1400" dirty="0"/>
          </a:p>
        </p:txBody>
      </p:sp>
      <p:sp>
        <p:nvSpPr>
          <p:cNvPr id="18" name="사각형: 둥근 모서리 21"/>
          <p:cNvSpPr/>
          <p:nvPr/>
        </p:nvSpPr>
        <p:spPr>
          <a:xfrm>
            <a:off x="5474629" y="3580533"/>
            <a:ext cx="1916158" cy="276704"/>
          </a:xfrm>
          <a:prstGeom prst="roundRect">
            <a:avLst>
              <a:gd name="adj" fmla="val 1714"/>
            </a:avLst>
          </a:prstGeom>
          <a:noFill/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32"/>
          <p:cNvSpPr txBox="1"/>
          <p:nvPr/>
        </p:nvSpPr>
        <p:spPr>
          <a:xfrm>
            <a:off x="5088823" y="359333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/>
              <a:t>③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069205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179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</a:t>
            </a:r>
            <a:r>
              <a:rPr lang="en-US" altLang="ko-KR" sz="1400" dirty="0"/>
              <a:t> </a:t>
            </a:r>
            <a:r>
              <a:rPr lang="ko-KR" altLang="en-US" sz="1400" dirty="0"/>
              <a:t>중에서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이름이</a:t>
            </a:r>
            <a:r>
              <a:rPr lang="en-US" altLang="ko-KR" sz="1400" dirty="0"/>
              <a:t> </a:t>
            </a:r>
            <a:r>
              <a:rPr lang="ko-KR" altLang="en-US" sz="1400" dirty="0"/>
              <a:t>모두</a:t>
            </a:r>
            <a:r>
              <a:rPr lang="en-US" altLang="ko-KR" sz="1400" dirty="0"/>
              <a:t> </a:t>
            </a:r>
            <a:r>
              <a:rPr lang="ko-KR" altLang="en-US" sz="1400" dirty="0"/>
              <a:t>일치하는</a:t>
            </a:r>
            <a:r>
              <a:rPr lang="en-US" altLang="ko-KR" sz="1400" dirty="0"/>
              <a:t> </a:t>
            </a:r>
            <a:r>
              <a:rPr lang="ko-KR" altLang="en-US" sz="1400" dirty="0"/>
              <a:t>계정이</a:t>
            </a:r>
            <a:r>
              <a:rPr lang="en-US" altLang="ko-KR" sz="1400" dirty="0"/>
              <a:t> </a:t>
            </a:r>
            <a:r>
              <a:rPr lang="ko-KR" altLang="en-US" sz="1400" dirty="0"/>
              <a:t>없는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경고창을</a:t>
            </a:r>
            <a:r>
              <a:rPr lang="en-US" altLang="ko-KR" sz="1400" dirty="0"/>
              <a:t> </a:t>
            </a:r>
            <a:r>
              <a:rPr lang="ko-KR" altLang="en-US" sz="1400" dirty="0"/>
              <a:t>띄움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위의</a:t>
            </a:r>
            <a:r>
              <a:rPr lang="en-US" altLang="ko-KR" sz="1400" dirty="0"/>
              <a:t> </a:t>
            </a:r>
            <a:r>
              <a:rPr lang="ko-KR" altLang="en-US" sz="1400" dirty="0"/>
              <a:t>조건에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포함됨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070" y="1488058"/>
            <a:ext cx="8668222" cy="469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069205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3718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</a:t>
            </a:r>
            <a:r>
              <a:rPr lang="en-US" altLang="ko-KR" sz="1400" dirty="0"/>
              <a:t> </a:t>
            </a:r>
            <a:r>
              <a:rPr lang="ko-KR" altLang="en-US" sz="1400" dirty="0"/>
              <a:t>중에서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이름이</a:t>
            </a:r>
            <a:r>
              <a:rPr lang="en-US" altLang="ko-KR" sz="1400" dirty="0"/>
              <a:t> </a:t>
            </a:r>
            <a:r>
              <a:rPr lang="ko-KR" altLang="en-US" sz="1400" dirty="0"/>
              <a:t>모두</a:t>
            </a:r>
            <a:r>
              <a:rPr lang="en-US" altLang="ko-KR" sz="1400" dirty="0"/>
              <a:t> </a:t>
            </a:r>
            <a:r>
              <a:rPr lang="ko-KR" altLang="en-US" sz="1400" dirty="0"/>
              <a:t>일치하는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기등록된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메일에서</a:t>
            </a:r>
            <a:r>
              <a:rPr lang="en-US" altLang="ko-KR" sz="1400" dirty="0"/>
              <a:t> </a:t>
            </a:r>
            <a:r>
              <a:rPr lang="ko-KR" altLang="en-US" sz="1400" dirty="0"/>
              <a:t>정해진</a:t>
            </a:r>
            <a:r>
              <a:rPr lang="en-US" altLang="ko-KR" sz="1400" dirty="0"/>
              <a:t> </a:t>
            </a:r>
            <a:r>
              <a:rPr lang="ko-KR" altLang="en-US" sz="1400" dirty="0"/>
              <a:t>메일로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(</a:t>
            </a:r>
            <a:r>
              <a:rPr lang="ko-KR" altLang="en-US" sz="1400" dirty="0"/>
              <a:t>우측</a:t>
            </a:r>
            <a:r>
              <a:rPr lang="en-US" altLang="ko-KR" sz="1400" dirty="0"/>
              <a:t> </a:t>
            </a:r>
            <a:r>
              <a:rPr lang="ko-KR" altLang="en-US" sz="1400" dirty="0"/>
              <a:t>사진</a:t>
            </a:r>
            <a:r>
              <a:rPr lang="en-US" altLang="ko-KR" sz="1400" dirty="0"/>
              <a:t>)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전송</a:t>
            </a:r>
            <a:r>
              <a:rPr lang="en-US" altLang="ko-KR" sz="1400" dirty="0"/>
              <a:t>. </a:t>
            </a:r>
            <a:r>
              <a:rPr lang="ko-KR" altLang="en-US" sz="1400" dirty="0"/>
              <a:t>이후</a:t>
            </a:r>
            <a:r>
              <a:rPr lang="en-US" altLang="ko-KR" sz="1400" dirty="0"/>
              <a:t> </a:t>
            </a:r>
            <a:r>
              <a:rPr lang="ko-KR" altLang="en-US" sz="1400" dirty="0"/>
              <a:t>전달받은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데이터를</a:t>
            </a:r>
            <a:r>
              <a:rPr lang="en-US" altLang="ko-KR" sz="1400" dirty="0"/>
              <a:t> </a:t>
            </a:r>
            <a:r>
              <a:rPr lang="ko-KR" altLang="en-US" sz="1400" dirty="0"/>
              <a:t>인풋박스에</a:t>
            </a:r>
            <a:r>
              <a:rPr lang="en-US" altLang="ko-KR" sz="1400" dirty="0"/>
              <a:t> </a:t>
            </a:r>
            <a:r>
              <a:rPr lang="ko-KR" altLang="en-US" sz="1400" dirty="0"/>
              <a:t>입력하면</a:t>
            </a:r>
            <a:r>
              <a:rPr lang="en-US" altLang="ko-KR" sz="1400" dirty="0"/>
              <a:t>(</a:t>
            </a:r>
            <a:r>
              <a:rPr lang="ko-KR" altLang="en-US" sz="1400" dirty="0"/>
              <a:t>좌측</a:t>
            </a:r>
            <a:r>
              <a:rPr lang="en-US" altLang="ko-KR" sz="1400" dirty="0"/>
              <a:t> </a:t>
            </a:r>
            <a:r>
              <a:rPr lang="ko-KR" altLang="en-US" sz="1400" dirty="0"/>
              <a:t>사진</a:t>
            </a:r>
            <a:r>
              <a:rPr lang="en-US" altLang="ko-KR" sz="1400" dirty="0"/>
              <a:t>) </a:t>
            </a:r>
            <a:r>
              <a:rPr lang="ko-KR" altLang="en-US" sz="1400" dirty="0"/>
              <a:t>이를</a:t>
            </a:r>
            <a:r>
              <a:rPr lang="en-US" altLang="ko-KR" sz="1400" dirty="0"/>
              <a:t> </a:t>
            </a:r>
            <a:r>
              <a:rPr lang="ko-KR" altLang="en-US" sz="1400" dirty="0"/>
              <a:t>비교하여</a:t>
            </a:r>
            <a:r>
              <a:rPr lang="en-US" altLang="ko-KR" sz="1400" dirty="0"/>
              <a:t> </a:t>
            </a:r>
            <a:r>
              <a:rPr lang="ko-KR" altLang="en-US" sz="1400" dirty="0"/>
              <a:t>다음으로</a:t>
            </a:r>
            <a:r>
              <a:rPr lang="en-US" altLang="ko-KR" sz="1400" dirty="0"/>
              <a:t> </a:t>
            </a:r>
            <a:r>
              <a:rPr lang="ko-KR" altLang="en-US" sz="1400" dirty="0"/>
              <a:t>진행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위의</a:t>
            </a:r>
            <a:r>
              <a:rPr lang="en-US" altLang="ko-KR" sz="1400" dirty="0"/>
              <a:t> </a:t>
            </a:r>
            <a:r>
              <a:rPr lang="ko-KR" altLang="en-US" sz="1400" dirty="0"/>
              <a:t>조건에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포함됨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현재는</a:t>
            </a:r>
            <a:r>
              <a:rPr lang="en-US" altLang="ko-KR" sz="1400" dirty="0"/>
              <a:t> </a:t>
            </a:r>
            <a:r>
              <a:rPr lang="ko-KR" altLang="en-US" sz="1400" dirty="0"/>
              <a:t>다른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없어서</a:t>
            </a:r>
            <a:r>
              <a:rPr lang="en-US" altLang="ko-KR" sz="1400" dirty="0"/>
              <a:t> </a:t>
            </a:r>
            <a:r>
              <a:rPr lang="ko-KR" altLang="en-US" sz="1400" dirty="0"/>
              <a:t>하나의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주고</a:t>
            </a:r>
            <a:r>
              <a:rPr lang="en-US" altLang="ko-KR" sz="1400" dirty="0"/>
              <a:t> </a:t>
            </a:r>
            <a:r>
              <a:rPr lang="ko-KR" altLang="en-US" sz="1400" dirty="0"/>
              <a:t>받고를</a:t>
            </a:r>
            <a:r>
              <a:rPr lang="en-US" altLang="ko-KR" sz="1400" dirty="0"/>
              <a:t> </a:t>
            </a:r>
            <a:r>
              <a:rPr lang="ko-KR" altLang="en-US" sz="1400" dirty="0"/>
              <a:t>진행함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635" y="1508537"/>
            <a:ext cx="8847292" cy="481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179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전달한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인증코드와</a:t>
            </a:r>
            <a:r>
              <a:rPr lang="en-US" altLang="ko-KR" sz="1400" dirty="0"/>
              <a:t> </a:t>
            </a:r>
            <a:r>
              <a:rPr lang="ko-KR" altLang="en-US" sz="1400" dirty="0"/>
              <a:t>입력받은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인증코드가</a:t>
            </a:r>
            <a:r>
              <a:rPr lang="en-US" altLang="ko-KR" sz="1400" dirty="0"/>
              <a:t> </a:t>
            </a:r>
            <a:r>
              <a:rPr lang="ko-KR" altLang="en-US" sz="1400" dirty="0"/>
              <a:t>다른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, </a:t>
            </a:r>
            <a:r>
              <a:rPr lang="ko-KR" altLang="en-US" sz="1400" dirty="0"/>
              <a:t>남은</a:t>
            </a:r>
            <a:r>
              <a:rPr lang="en-US" altLang="ko-KR" sz="1400" dirty="0"/>
              <a:t> </a:t>
            </a:r>
            <a:r>
              <a:rPr lang="ko-KR" altLang="en-US" sz="1400" dirty="0"/>
              <a:t>시간을</a:t>
            </a:r>
            <a:r>
              <a:rPr lang="en-US" altLang="ko-KR" sz="1400" dirty="0"/>
              <a:t> </a:t>
            </a:r>
            <a:r>
              <a:rPr lang="ko-KR" altLang="en-US" sz="1400" dirty="0"/>
              <a:t>경고창에서</a:t>
            </a:r>
            <a:r>
              <a:rPr lang="en-US" altLang="ko-KR" sz="1400" dirty="0"/>
              <a:t> </a:t>
            </a:r>
            <a:r>
              <a:rPr lang="ko-KR" altLang="en-US" sz="1400" dirty="0"/>
              <a:t>출력함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제한</a:t>
            </a:r>
            <a:r>
              <a:rPr lang="en-US" altLang="ko-KR" sz="1400" dirty="0"/>
              <a:t> </a:t>
            </a:r>
            <a:r>
              <a:rPr lang="ko-KR" altLang="en-US" sz="1400" dirty="0"/>
              <a:t>시간</a:t>
            </a:r>
            <a:r>
              <a:rPr lang="en-US" altLang="ko-KR" sz="1400" dirty="0"/>
              <a:t> </a:t>
            </a:r>
            <a:r>
              <a:rPr lang="ko-KR" altLang="en-US" sz="1400" dirty="0"/>
              <a:t>이후에</a:t>
            </a:r>
            <a:r>
              <a:rPr lang="en-US" altLang="ko-KR" sz="1400" dirty="0"/>
              <a:t> </a:t>
            </a:r>
            <a:r>
              <a:rPr lang="ko-KR" altLang="en-US" sz="1400" dirty="0"/>
              <a:t>시도할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처음부터</a:t>
            </a:r>
            <a:r>
              <a:rPr lang="en-US" altLang="ko-KR" sz="1400" dirty="0"/>
              <a:t> </a:t>
            </a:r>
            <a:r>
              <a:rPr lang="ko-KR" altLang="en-US" sz="1400" dirty="0"/>
              <a:t>다시</a:t>
            </a:r>
            <a:r>
              <a:rPr lang="en-US" altLang="ko-KR" sz="1400" dirty="0"/>
              <a:t> </a:t>
            </a:r>
            <a:r>
              <a:rPr lang="ko-KR" altLang="en-US" sz="1400" dirty="0"/>
              <a:t>시작함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1823" y="1488051"/>
            <a:ext cx="8839183" cy="478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통과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865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통과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전달한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인증코드와</a:t>
            </a:r>
            <a:r>
              <a:rPr lang="en-US" altLang="ko-KR" sz="1400" dirty="0"/>
              <a:t> </a:t>
            </a:r>
            <a:r>
              <a:rPr lang="ko-KR" altLang="en-US" sz="1400" dirty="0"/>
              <a:t>입력받은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인증코드가</a:t>
            </a:r>
            <a:r>
              <a:rPr lang="en-US" altLang="ko-KR" sz="1400" dirty="0"/>
              <a:t> </a:t>
            </a:r>
            <a:r>
              <a:rPr lang="ko-KR" altLang="en-US" sz="1400" dirty="0"/>
              <a:t>같은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해당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이메일과</a:t>
            </a:r>
            <a:r>
              <a:rPr lang="en-US" altLang="ko-KR" sz="1400" dirty="0"/>
              <a:t> </a:t>
            </a:r>
            <a:r>
              <a:rPr lang="ko-KR" altLang="en-US" sz="1400" dirty="0"/>
              <a:t>이름값을</a:t>
            </a:r>
            <a:r>
              <a:rPr lang="en-US" altLang="ko-KR" sz="1400" dirty="0"/>
              <a:t> </a:t>
            </a:r>
            <a:r>
              <a:rPr lang="ko-KR" altLang="en-US" sz="1400" dirty="0"/>
              <a:t>가진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아이디를</a:t>
            </a:r>
            <a:r>
              <a:rPr lang="en-US" altLang="ko-KR" sz="1400" dirty="0"/>
              <a:t> </a:t>
            </a:r>
            <a:r>
              <a:rPr lang="ko-KR" altLang="en-US" sz="1400" dirty="0"/>
              <a:t>표시함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 </a:t>
            </a:r>
            <a:r>
              <a:rPr lang="ko-KR" altLang="en-US" sz="1400" dirty="0"/>
              <a:t>해당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이메일과</a:t>
            </a:r>
            <a:r>
              <a:rPr lang="en-US" altLang="ko-KR" sz="1400" dirty="0"/>
              <a:t> </a:t>
            </a:r>
            <a:r>
              <a:rPr lang="ko-KR" altLang="en-US" sz="1400" dirty="0"/>
              <a:t>이름값</a:t>
            </a:r>
            <a:r>
              <a:rPr lang="en-US" altLang="ko-KR" sz="1400" dirty="0"/>
              <a:t>,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정보를</a:t>
            </a:r>
            <a:r>
              <a:rPr lang="en-US" altLang="ko-KR" sz="1400" dirty="0"/>
              <a:t> </a:t>
            </a:r>
            <a:r>
              <a:rPr lang="ko-KR" altLang="en-US" sz="1400" dirty="0"/>
              <a:t>가진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r>
              <a:rPr lang="en-US" altLang="ko-KR" sz="1400" dirty="0"/>
              <a:t> </a:t>
            </a:r>
            <a:r>
              <a:rPr lang="ko-KR" altLang="en-US" sz="1400" dirty="0"/>
              <a:t>기능이</a:t>
            </a:r>
            <a:r>
              <a:rPr lang="en-US" altLang="ko-KR" sz="1400" dirty="0"/>
              <a:t> </a:t>
            </a:r>
            <a:r>
              <a:rPr lang="ko-KR" altLang="en-US" sz="1400" dirty="0"/>
              <a:t>활성화</a:t>
            </a:r>
            <a:r>
              <a:rPr lang="en-US" altLang="ko-KR" sz="1400" dirty="0"/>
              <a:t>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3530" y="1508498"/>
            <a:ext cx="8307641" cy="467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070" y="470535"/>
            <a:ext cx="130175" cy="4514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165" y="501650"/>
            <a:ext cx="2743200" cy="400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165" y="1052195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70" y="6499860"/>
            <a:ext cx="12195175" cy="359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70" y="0"/>
            <a:ext cx="12193270" cy="359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128125" y="1939925"/>
            <a:ext cx="3063875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내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endParaRPr lang="en-US" altLang="ko-KR" sz="1400" dirty="0"/>
          </a:p>
          <a:p>
            <a:pPr lvl="0"/>
            <a:r>
              <a:rPr lang="en-US" altLang="ko-KR" sz="1400" dirty="0"/>
              <a:t>(</a:t>
            </a:r>
            <a:r>
              <a:rPr lang="ko-KR" altLang="en-US" sz="1400" dirty="0"/>
              <a:t>좌측</a:t>
            </a:r>
            <a:r>
              <a:rPr lang="en-US" altLang="ko-KR" sz="1400" dirty="0"/>
              <a:t> : </a:t>
            </a:r>
            <a:r>
              <a:rPr lang="ko-KR" altLang="en-US" sz="1400" dirty="0"/>
              <a:t>일반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ko-KR" altLang="en-US" sz="1400" dirty="0"/>
              <a:t>중앙</a:t>
            </a:r>
            <a:r>
              <a:rPr lang="en-US" altLang="ko-KR" sz="1400" dirty="0"/>
              <a:t> : </a:t>
            </a:r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ko-KR" altLang="en-US" sz="1400" dirty="0"/>
              <a:t>우측</a:t>
            </a:r>
            <a:r>
              <a:rPr lang="en-US" altLang="ko-KR" sz="1400" dirty="0"/>
              <a:t> : </a:t>
            </a:r>
            <a:r>
              <a:rPr lang="ko-KR" altLang="en-US" sz="1400" dirty="0"/>
              <a:t>항목</a:t>
            </a:r>
            <a:r>
              <a:rPr lang="en-US" altLang="ko-KR" sz="1400" dirty="0"/>
              <a:t> </a:t>
            </a:r>
            <a:r>
              <a:rPr lang="ko-KR" altLang="en-US" sz="1400" dirty="0"/>
              <a:t>중</a:t>
            </a:r>
            <a:r>
              <a:rPr lang="en-US" altLang="ko-KR" sz="1400" dirty="0"/>
              <a:t> </a:t>
            </a:r>
            <a:r>
              <a:rPr lang="ko-KR" altLang="en-US" sz="1400" dirty="0"/>
              <a:t>하나라도</a:t>
            </a:r>
            <a:r>
              <a:rPr lang="en-US" altLang="ko-KR" sz="1400" dirty="0"/>
              <a:t> </a:t>
            </a:r>
            <a:r>
              <a:rPr lang="ko-KR" altLang="en-US" sz="1400" dirty="0"/>
              <a:t>수정버튼</a:t>
            </a:r>
            <a:r>
              <a:rPr lang="en-US" altLang="ko-KR" sz="1400" dirty="0"/>
              <a:t> </a:t>
            </a:r>
            <a:r>
              <a:rPr lang="ko-KR" altLang="en-US" sz="1400" dirty="0"/>
              <a:t>클릭</a:t>
            </a:r>
            <a:r>
              <a:rPr lang="en-US" altLang="ko-KR" sz="1400" dirty="0"/>
              <a:t> </a:t>
            </a:r>
            <a:r>
              <a:rPr lang="ko-KR" altLang="en-US" sz="1400" dirty="0"/>
              <a:t>후</a:t>
            </a:r>
            <a:r>
              <a:rPr lang="en-US" altLang="ko-KR" sz="1400" dirty="0"/>
              <a:t> </a:t>
            </a:r>
            <a:r>
              <a:rPr lang="ko-KR" altLang="en-US" sz="1400" dirty="0"/>
              <a:t>내용을</a:t>
            </a:r>
            <a:r>
              <a:rPr lang="en-US" altLang="ko-KR" sz="1400" dirty="0"/>
              <a:t> </a:t>
            </a:r>
            <a:r>
              <a:rPr lang="ko-KR" altLang="en-US" sz="1400" dirty="0"/>
              <a:t>수정했을</a:t>
            </a:r>
            <a:r>
              <a:rPr lang="en-US" altLang="ko-KR" sz="1400" dirty="0"/>
              <a:t> </a:t>
            </a:r>
            <a:r>
              <a:rPr lang="ko-KR" altLang="en-US" sz="1400" dirty="0"/>
              <a:t>때</a:t>
            </a:r>
            <a:r>
              <a:rPr lang="en-US" altLang="ko-KR" sz="1400" dirty="0"/>
              <a:t> </a:t>
            </a:r>
            <a:r>
              <a:rPr lang="ko-KR" altLang="en-US" sz="1400" dirty="0"/>
              <a:t>화면</a:t>
            </a:r>
            <a:r>
              <a:rPr lang="en-US" altLang="ko-KR" sz="1400" dirty="0"/>
              <a:t>)</a:t>
            </a:r>
            <a:endParaRPr lang="en-US" altLang="ko-KR" sz="1400" dirty="0"/>
          </a:p>
          <a:p>
            <a:pPr marL="259000" lvl="0" indent="-259000">
              <a:buAutoNum type="circleNumDbPlain"/>
            </a:pPr>
            <a:r>
              <a:rPr lang="ko-KR" altLang="en-US" sz="1400" b="1" dirty="0">
                <a:solidFill>
                  <a:srgbClr val="ff0000"/>
                </a:solidFill>
              </a:rPr>
              <a:t>계정에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등록된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정보를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출력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marL="0" lvl="0"/>
            <a:r>
              <a:rPr lang="en-US" altLang="ko-KR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각각</a:t>
            </a:r>
            <a:r>
              <a:rPr lang="en-US" altLang="ko-KR" sz="1400" dirty="0"/>
              <a:t> </a:t>
            </a:r>
            <a:r>
              <a:rPr lang="ko-KR" altLang="en-US" sz="1400" dirty="0"/>
              <a:t>지정된</a:t>
            </a:r>
            <a:r>
              <a:rPr lang="en-US" altLang="ko-KR" sz="1400" dirty="0"/>
              <a:t> </a:t>
            </a:r>
            <a:r>
              <a:rPr lang="ko-KR" altLang="en-US" sz="1400" dirty="0"/>
              <a:t>링크로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en-US" altLang="ko-KR" sz="1400" dirty="0"/>
          </a:p>
          <a:p>
            <a:pPr marL="0"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항목의</a:t>
            </a:r>
            <a:r>
              <a:rPr lang="en-US" altLang="ko-KR" sz="1400" dirty="0"/>
              <a:t> </a:t>
            </a:r>
            <a:r>
              <a:rPr lang="ko-KR" altLang="en-US" sz="1400" dirty="0"/>
              <a:t>수정버튼을</a:t>
            </a:r>
            <a:r>
              <a:rPr lang="en-US" altLang="ko-KR" sz="1400" dirty="0"/>
              <a:t> </a:t>
            </a:r>
            <a:r>
              <a:rPr lang="ko-KR" altLang="en-US" sz="1400" dirty="0"/>
              <a:t>누를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나오는</a:t>
            </a:r>
            <a:r>
              <a:rPr lang="en-US" altLang="ko-KR" sz="1400" dirty="0"/>
              <a:t> </a:t>
            </a:r>
            <a:r>
              <a:rPr lang="ko-KR" altLang="en-US" sz="1400" dirty="0"/>
              <a:t>화면</a:t>
            </a:r>
            <a:r>
              <a:rPr lang="en-US" altLang="ko-KR" sz="1400" dirty="0"/>
              <a:t>(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탈퇴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r>
              <a:rPr lang="en-US" altLang="ko-KR" sz="1400" dirty="0"/>
              <a:t> </a:t>
            </a:r>
            <a:r>
              <a:rPr lang="ko-KR" altLang="en-US" sz="1400" dirty="0"/>
              <a:t>색상</a:t>
            </a:r>
            <a:r>
              <a:rPr lang="en-US" altLang="ko-KR" sz="1400" dirty="0"/>
              <a:t> </a:t>
            </a:r>
            <a:r>
              <a:rPr lang="ko-KR" altLang="en-US" sz="1400" dirty="0"/>
              <a:t>변경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" y="2049780"/>
            <a:ext cx="8881110" cy="3531870"/>
          </a:xfrm>
          <a:prstGeom prst="rect">
            <a:avLst/>
          </a:prstGeom>
        </p:spPr>
      </p:pic>
      <p:sp>
        <p:nvSpPr>
          <p:cNvPr id="10" name="사각형: 둥근 모서리 21"/>
          <p:cNvSpPr>
            <a:spLocks/>
          </p:cNvSpPr>
          <p:nvPr/>
        </p:nvSpPr>
        <p:spPr>
          <a:xfrm rot="0">
            <a:off x="760095" y="2612390"/>
            <a:ext cx="1613535" cy="200660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1" name="사각형: 둥근 모서리 21"/>
          <p:cNvSpPr/>
          <p:nvPr/>
        </p:nvSpPr>
        <p:spPr>
          <a:xfrm>
            <a:off x="3522345" y="2687955"/>
            <a:ext cx="1612900" cy="200596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2" name="TextBox 32"/>
          <p:cNvSpPr txBox="1"/>
          <p:nvPr/>
        </p:nvSpPr>
        <p:spPr>
          <a:xfrm>
            <a:off x="1644015" y="2273935"/>
            <a:ext cx="389890" cy="3384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32"/>
          <p:cNvSpPr txBox="1"/>
          <p:nvPr/>
        </p:nvSpPr>
        <p:spPr>
          <a:xfrm>
            <a:off x="4377055" y="2349500"/>
            <a:ext cx="389890" cy="3384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사각형: 둥근 모서리 21"/>
          <p:cNvSpPr/>
          <p:nvPr/>
        </p:nvSpPr>
        <p:spPr>
          <a:xfrm>
            <a:off x="3365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사각형: 둥근 모서리 21"/>
          <p:cNvSpPr/>
          <p:nvPr/>
        </p:nvSpPr>
        <p:spPr>
          <a:xfrm>
            <a:off x="281241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6" name="사각형: 둥근 모서리 21"/>
          <p:cNvSpPr/>
          <p:nvPr/>
        </p:nvSpPr>
        <p:spPr>
          <a:xfrm>
            <a:off x="582612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7" name="TextBox 32"/>
          <p:cNvSpPr txBox="1"/>
          <p:nvPr/>
        </p:nvSpPr>
        <p:spPr>
          <a:xfrm>
            <a:off x="15367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TextBox 32"/>
          <p:cNvSpPr txBox="1"/>
          <p:nvPr/>
        </p:nvSpPr>
        <p:spPr>
          <a:xfrm>
            <a:off x="293243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9" name="TextBox 32"/>
          <p:cNvSpPr txBox="1"/>
          <p:nvPr/>
        </p:nvSpPr>
        <p:spPr>
          <a:xfrm>
            <a:off x="594614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20" name="사각형: 둥근 모서리 21"/>
          <p:cNvSpPr/>
          <p:nvPr/>
        </p:nvSpPr>
        <p:spPr>
          <a:xfrm>
            <a:off x="6473825" y="2687320"/>
            <a:ext cx="2137410" cy="265366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21" name="TextBox 32"/>
          <p:cNvSpPr txBox="1"/>
          <p:nvPr/>
        </p:nvSpPr>
        <p:spPr>
          <a:xfrm>
            <a:off x="7609205" y="2352675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2595" cy="3054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정보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에러와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회원탈퇴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조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해성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25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4510" cy="26523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내</a:t>
            </a:r>
            <a:r>
              <a:rPr lang="en-US" altLang="ko-KR" sz="1400"/>
              <a:t> </a:t>
            </a:r>
            <a:r>
              <a:rPr lang="ko-KR" altLang="en-US" sz="1400"/>
              <a:t>정보</a:t>
            </a:r>
            <a:r>
              <a:rPr lang="en-US" altLang="ko-KR" sz="1400"/>
              <a:t> </a:t>
            </a:r>
            <a:r>
              <a:rPr lang="ko-KR" altLang="en-US" sz="1400"/>
              <a:t>페이지</a:t>
            </a:r>
            <a:r>
              <a:rPr lang="en-US" altLang="ko-KR" sz="1400"/>
              <a:t> - </a:t>
            </a:r>
            <a:r>
              <a:rPr lang="ko-KR" altLang="en-US" sz="1400"/>
              <a:t>에러와</a:t>
            </a:r>
            <a:r>
              <a:rPr lang="en-US" altLang="ko-KR" sz="1400"/>
              <a:t> </a:t>
            </a:r>
            <a:r>
              <a:rPr lang="ko-KR" altLang="en-US" sz="1400"/>
              <a:t>회원탈퇴</a:t>
            </a:r>
            <a:endParaRPr lang="ko-KR" altLang="en-US" sz="1400"/>
          </a:p>
          <a:p>
            <a:pPr marL="0" indent="0">
              <a:buFontTx/>
              <a:buNone/>
            </a:pPr>
            <a:r>
              <a:rPr lang="en-US" altLang="ko-KR" sz="1400"/>
              <a:t>(</a:t>
            </a:r>
            <a:r>
              <a:rPr lang="ko-KR" altLang="en-US" sz="1400"/>
              <a:t>좌측</a:t>
            </a:r>
            <a:r>
              <a:rPr lang="en-US" altLang="ko-KR" sz="1400"/>
              <a:t> : </a:t>
            </a:r>
            <a:r>
              <a:rPr lang="ko-KR" altLang="en-US" sz="1400"/>
              <a:t>에러</a:t>
            </a: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우측</a:t>
            </a:r>
            <a:r>
              <a:rPr lang="en-US" altLang="ko-KR" sz="1400"/>
              <a:t> : </a:t>
            </a:r>
            <a:r>
              <a:rPr lang="ko-KR" altLang="en-US" sz="1400"/>
              <a:t>회원탈퇴</a:t>
            </a:r>
            <a:r>
              <a:rPr lang="en-US" altLang="ko-KR" sz="1400"/>
              <a:t>)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회원</a:t>
            </a:r>
            <a:r>
              <a:rPr lang="en-US" altLang="ko-KR" sz="1400"/>
              <a:t> </a:t>
            </a:r>
            <a:r>
              <a:rPr lang="ko-KR" altLang="en-US" sz="1400"/>
              <a:t>수정</a:t>
            </a:r>
            <a:r>
              <a:rPr lang="en-US" altLang="ko-KR" sz="1400"/>
              <a:t> </a:t>
            </a:r>
            <a:r>
              <a:rPr lang="ko-KR" altLang="en-US" sz="1400"/>
              <a:t>중</a:t>
            </a:r>
            <a:r>
              <a:rPr lang="en-US" altLang="ko-KR" sz="1400"/>
              <a:t> </a:t>
            </a:r>
            <a:r>
              <a:rPr lang="ko-KR" altLang="en-US" sz="1400"/>
              <a:t>아이디</a:t>
            </a:r>
            <a:r>
              <a:rPr lang="en-US" altLang="ko-KR" sz="1400"/>
              <a:t> </a:t>
            </a:r>
            <a:r>
              <a:rPr lang="ko-KR" altLang="en-US" sz="1400"/>
              <a:t>중복확인을</a:t>
            </a:r>
            <a:r>
              <a:rPr lang="en-US" altLang="ko-KR" sz="1400"/>
              <a:t> </a:t>
            </a:r>
            <a:r>
              <a:rPr lang="ko-KR" altLang="en-US" sz="1400"/>
              <a:t>하지</a:t>
            </a:r>
            <a:r>
              <a:rPr lang="en-US" altLang="ko-KR" sz="1400"/>
              <a:t> </a:t>
            </a:r>
            <a:r>
              <a:rPr lang="ko-KR" altLang="en-US" sz="1400"/>
              <a:t>않고</a:t>
            </a:r>
            <a:r>
              <a:rPr lang="en-US" altLang="ko-KR" sz="1400"/>
              <a:t> </a:t>
            </a:r>
            <a:r>
              <a:rPr lang="ko-KR" altLang="en-US" sz="1400"/>
              <a:t>변경</a:t>
            </a:r>
            <a:r>
              <a:rPr lang="en-US" altLang="ko-KR" sz="1400"/>
              <a:t> </a:t>
            </a:r>
            <a:r>
              <a:rPr lang="ko-KR" altLang="en-US" sz="1400"/>
              <a:t>시도시</a:t>
            </a:r>
            <a:r>
              <a:rPr lang="en-US" altLang="ko-KR" sz="1400"/>
              <a:t> </a:t>
            </a:r>
            <a:r>
              <a:rPr lang="ko-KR" altLang="en-US" sz="1400"/>
              <a:t>해당</a:t>
            </a:r>
            <a:r>
              <a:rPr lang="en-US" altLang="ko-KR" sz="1400"/>
              <a:t> </a:t>
            </a:r>
            <a:r>
              <a:rPr lang="ko-KR" altLang="en-US" sz="1400"/>
              <a:t>화면과</a:t>
            </a:r>
            <a:r>
              <a:rPr lang="en-US" altLang="ko-KR" sz="1400"/>
              <a:t> </a:t>
            </a:r>
            <a:r>
              <a:rPr lang="ko-KR" altLang="en-US" sz="1400"/>
              <a:t>같은</a:t>
            </a:r>
            <a:r>
              <a:rPr lang="en-US" altLang="ko-KR" sz="1400"/>
              <a:t> </a:t>
            </a:r>
            <a:r>
              <a:rPr lang="ko-KR" altLang="en-US" sz="1400"/>
              <a:t>에러가</a:t>
            </a:r>
            <a:r>
              <a:rPr lang="en-US" altLang="ko-KR" sz="1400"/>
              <a:t> </a:t>
            </a:r>
            <a:r>
              <a:rPr lang="ko-KR" altLang="en-US" sz="1400"/>
              <a:t>발생</a:t>
            </a:r>
            <a:r>
              <a:rPr lang="en-US" altLang="ko-KR" sz="1400"/>
              <a:t>.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회원</a:t>
            </a:r>
            <a:r>
              <a:rPr lang="en-US" altLang="ko-KR" sz="1400"/>
              <a:t> </a:t>
            </a:r>
            <a:r>
              <a:rPr lang="ko-KR" altLang="en-US" sz="1400"/>
              <a:t>탈퇴를</a:t>
            </a:r>
            <a:r>
              <a:rPr lang="en-US" altLang="ko-KR" sz="1400"/>
              <a:t> </a:t>
            </a:r>
            <a:r>
              <a:rPr lang="ko-KR" altLang="en-US" sz="1400"/>
              <a:t>누를경우</a:t>
            </a:r>
            <a:r>
              <a:rPr lang="en-US" altLang="ko-KR" sz="1400"/>
              <a:t>, </a:t>
            </a:r>
            <a:r>
              <a:rPr lang="ko-KR" altLang="en-US" sz="1400"/>
              <a:t>우측과</a:t>
            </a:r>
            <a:r>
              <a:rPr lang="en-US" altLang="ko-KR" sz="1400"/>
              <a:t> </a:t>
            </a:r>
            <a:r>
              <a:rPr lang="ko-KR" altLang="en-US" sz="1400"/>
              <a:t>같은</a:t>
            </a:r>
            <a:r>
              <a:rPr lang="en-US" altLang="ko-KR" sz="1400"/>
              <a:t> </a:t>
            </a:r>
            <a:r>
              <a:rPr lang="ko-KR" altLang="en-US" sz="1400"/>
              <a:t>경고</a:t>
            </a:r>
            <a:r>
              <a:rPr lang="en-US" altLang="ko-KR" sz="1400"/>
              <a:t> </a:t>
            </a:r>
            <a:r>
              <a:rPr lang="ko-KR" altLang="en-US" sz="1400"/>
              <a:t>메세지가</a:t>
            </a:r>
            <a:r>
              <a:rPr lang="en-US" altLang="ko-KR" sz="1400"/>
              <a:t> </a:t>
            </a:r>
            <a:r>
              <a:rPr lang="ko-KR" altLang="en-US" sz="1400"/>
              <a:t>출력되며</a:t>
            </a:r>
            <a:r>
              <a:rPr lang="en-US" altLang="ko-KR" sz="1400"/>
              <a:t> </a:t>
            </a:r>
            <a:r>
              <a:rPr lang="ko-KR" altLang="en-US" sz="1400"/>
              <a:t>탈퇴</a:t>
            </a:r>
            <a:r>
              <a:rPr lang="en-US" altLang="ko-KR" sz="1400"/>
              <a:t> </a:t>
            </a:r>
            <a:r>
              <a:rPr lang="ko-KR" altLang="en-US" sz="1400"/>
              <a:t>버튼을</a:t>
            </a:r>
            <a:r>
              <a:rPr lang="en-US" altLang="ko-KR" sz="1400"/>
              <a:t> </a:t>
            </a:r>
            <a:r>
              <a:rPr lang="ko-KR" altLang="en-US" sz="1400"/>
              <a:t>누르면</a:t>
            </a:r>
            <a:r>
              <a:rPr lang="en-US" altLang="ko-KR" sz="1400"/>
              <a:t> </a:t>
            </a:r>
            <a:r>
              <a:rPr lang="ko-KR" altLang="en-US" sz="1400"/>
              <a:t>해당</a:t>
            </a:r>
            <a:r>
              <a:rPr lang="en-US" altLang="ko-KR" sz="1400"/>
              <a:t> </a:t>
            </a:r>
            <a:r>
              <a:rPr lang="ko-KR" altLang="en-US" sz="1400"/>
              <a:t>계정</a:t>
            </a:r>
            <a:r>
              <a:rPr lang="en-US" altLang="ko-KR" sz="1400"/>
              <a:t> </a:t>
            </a:r>
            <a:r>
              <a:rPr lang="ko-KR" altLang="en-US" sz="1400"/>
              <a:t>정보는</a:t>
            </a:r>
            <a:r>
              <a:rPr lang="en-US" altLang="ko-KR" sz="1400"/>
              <a:t> </a:t>
            </a:r>
            <a:r>
              <a:rPr lang="ko-KR" altLang="en-US" sz="1400"/>
              <a:t>즉시</a:t>
            </a:r>
            <a:r>
              <a:rPr lang="en-US" altLang="ko-KR" sz="1400"/>
              <a:t> </a:t>
            </a:r>
            <a:r>
              <a:rPr lang="ko-KR" altLang="en-US" sz="1400"/>
              <a:t>삭제됨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9" name="Picture " descr="C:/Users/황동주/AppData/Roaming/PolarisOffice/ETemp/14996_16705832/image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9070" y="1508760"/>
            <a:ext cx="8900795" cy="45561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070" y="470535"/>
            <a:ext cx="130175" cy="4514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165" y="501650"/>
            <a:ext cx="2743200" cy="400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165" y="1052195"/>
            <a:ext cx="5522595" cy="30734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품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회)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황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동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70" y="6499860"/>
            <a:ext cx="12195175" cy="359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70" y="0"/>
            <a:ext cx="12193270" cy="359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128125" y="1939925"/>
            <a:ext cx="3064510" cy="73787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조</a:t>
            </a:r>
            <a:r>
              <a:rPr lang="ko-KR" altLang="en-US" sz="1400"/>
              <a:t>회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en-US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en-US" sz="1400"/>
              <a:t>각 해당 </a:t>
            </a:r>
            <a:r>
              <a:rPr lang="ko-KR" altLang="en-US" sz="1400"/>
              <a:t>카</a:t>
            </a:r>
            <a:r>
              <a:rPr lang="ko-KR" altLang="en-US" sz="1400"/>
              <a:t>테고리별 </a:t>
            </a:r>
            <a:r>
              <a:rPr lang="ko-KR" altLang="en-US" sz="1400"/>
              <a:t>페이</a:t>
            </a:r>
            <a:r>
              <a:rPr lang="ko-KR" altLang="en-US" sz="1400"/>
              <a:t>지 </a:t>
            </a:r>
            <a:r>
              <a:rPr lang="ko-KR" altLang="en-US" sz="1400"/>
              <a:t>출</a:t>
            </a:r>
            <a:r>
              <a:rPr lang="ko-KR" altLang="en-US" sz="1400"/>
              <a:t>력</a:t>
            </a:r>
            <a:endParaRPr lang="ko-KR" altLang="en-US" sz="1400"/>
          </a:p>
        </p:txBody>
      </p:sp>
      <p:pic>
        <p:nvPicPr>
          <p:cNvPr id="10" name="그림 4" descr="C:/Users/황동주/AppData/Roaming/PolarisOffice/ETemp/13884_17289672/fImage288177696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3355" y="1548765"/>
            <a:ext cx="4320540" cy="4359275"/>
          </a:xfrm>
          <a:prstGeom prst="rect"/>
          <a:noFill/>
        </p:spPr>
      </p:pic>
      <p:pic>
        <p:nvPicPr>
          <p:cNvPr id="11" name="그림 5" descr="C:/Users/황동주/AppData/Roaming/PolarisOffice/ETemp/13884_17289672/fImage293577697846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17085" y="1557655"/>
            <a:ext cx="4320540" cy="4347845"/>
          </a:xfrm>
          <a:prstGeom prst="rect"/>
          <a:noFill/>
        </p:spPr>
      </p:pic>
      <p:sp>
        <p:nvSpPr>
          <p:cNvPr id="12" name="도형 63"/>
          <p:cNvSpPr>
            <a:spLocks/>
          </p:cNvSpPr>
          <p:nvPr/>
        </p:nvSpPr>
        <p:spPr>
          <a:xfrm rot="0">
            <a:off x="241300" y="1530350"/>
            <a:ext cx="8733155" cy="43573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3" name="텍스트 상자 64"/>
          <p:cNvSpPr txBox="1">
            <a:spLocks/>
          </p:cNvSpPr>
          <p:nvPr/>
        </p:nvSpPr>
        <p:spPr>
          <a:xfrm rot="0">
            <a:off x="300990" y="154178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259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품 상세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회)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황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동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26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4510" cy="20294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상</a:t>
            </a:r>
            <a:r>
              <a:rPr lang="ko-KR" altLang="en-US" sz="1400"/>
              <a:t>세 </a:t>
            </a:r>
            <a:r>
              <a:rPr lang="ko-KR" altLang="en-US" sz="1400"/>
              <a:t>조</a:t>
            </a:r>
            <a:r>
              <a:rPr lang="ko-KR" altLang="en-US" sz="1400"/>
              <a:t>회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 장바구니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페이지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로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cs typeface="+mn-cs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cs typeface="+mn-cs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비교함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④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찾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2" name="Picture " descr="C:/Users/황동주/AppData/Roaming/PolarisOffice/ETemp/13884_17289672/fImage1708711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135745" y="1470025"/>
            <a:ext cx="1021715" cy="290195"/>
          </a:xfrm>
          <a:prstGeom prst="rect"/>
          <a:noFill/>
        </p:spPr>
      </p:pic>
      <p:pic>
        <p:nvPicPr>
          <p:cNvPr id="13" name="그림 11" descr="C:/Users/황동주/AppData/Roaming/PolarisOffice/ETemp/13884_17289672/fImage162719716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" y="1811655"/>
            <a:ext cx="8329295" cy="3688715"/>
          </a:xfrm>
          <a:prstGeom prst="rect"/>
          <a:noFill/>
        </p:spPr>
      </p:pic>
      <p:sp>
        <p:nvSpPr>
          <p:cNvPr id="14" name="텍스트 상자 13"/>
          <p:cNvSpPr txBox="1">
            <a:spLocks/>
          </p:cNvSpPr>
          <p:nvPr/>
        </p:nvSpPr>
        <p:spPr>
          <a:xfrm rot="0">
            <a:off x="5946775" y="3547745"/>
            <a:ext cx="3105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0">
              <a:solidFill>
                <a:srgbClr val="FF0000"/>
              </a:solidFill>
            </a:endParaRPr>
          </a:p>
        </p:txBody>
      </p:sp>
      <p:sp>
        <p:nvSpPr>
          <p:cNvPr id="16" name="텍스트 상자 15"/>
          <p:cNvSpPr txBox="1">
            <a:spLocks/>
          </p:cNvSpPr>
          <p:nvPr/>
        </p:nvSpPr>
        <p:spPr>
          <a:xfrm rot="0">
            <a:off x="5702935" y="5118735"/>
            <a:ext cx="3867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④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텍스트 상자 16"/>
          <p:cNvSpPr txBox="1">
            <a:spLocks/>
          </p:cNvSpPr>
          <p:nvPr/>
        </p:nvSpPr>
        <p:spPr>
          <a:xfrm rot="0">
            <a:off x="7292975" y="356362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텍스트 상자 17"/>
          <p:cNvSpPr txBox="1">
            <a:spLocks/>
          </p:cNvSpPr>
          <p:nvPr/>
        </p:nvSpPr>
        <p:spPr>
          <a:xfrm rot="0">
            <a:off x="4561205" y="3553460"/>
            <a:ext cx="3867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도형 65"/>
          <p:cNvSpPr>
            <a:spLocks/>
          </p:cNvSpPr>
          <p:nvPr/>
        </p:nvSpPr>
        <p:spPr>
          <a:xfrm rot="0">
            <a:off x="4595495" y="3520440"/>
            <a:ext cx="1292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0" name="도형 66"/>
          <p:cNvSpPr>
            <a:spLocks/>
          </p:cNvSpPr>
          <p:nvPr/>
        </p:nvSpPr>
        <p:spPr>
          <a:xfrm rot="0">
            <a:off x="7320280" y="3513455"/>
            <a:ext cx="1292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1" name="도형 67"/>
          <p:cNvSpPr>
            <a:spLocks/>
          </p:cNvSpPr>
          <p:nvPr/>
        </p:nvSpPr>
        <p:spPr>
          <a:xfrm rot="0">
            <a:off x="5942330" y="3486785"/>
            <a:ext cx="1326515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2" name="도형 68"/>
          <p:cNvSpPr>
            <a:spLocks/>
          </p:cNvSpPr>
          <p:nvPr/>
        </p:nvSpPr>
        <p:spPr>
          <a:xfrm rot="0">
            <a:off x="4465320" y="5106670"/>
            <a:ext cx="4213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대리점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찾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기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27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224472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대리점 </a:t>
            </a:r>
            <a:r>
              <a:rPr lang="ko-KR" altLang="en-US" sz="1400"/>
              <a:t>찾</a:t>
            </a:r>
            <a:r>
              <a:rPr lang="ko-KR" altLang="en-US" sz="1400"/>
              <a:t>기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색하여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필터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링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되는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해당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 및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정보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오버레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9" name="그림 19" descr="C:/Users/황동주/AppData/Roaming/PolarisOffice/ETemp/13884_17289672/fImage685480724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2110" y="1518285"/>
            <a:ext cx="7774305" cy="4601845"/>
          </a:xfrm>
          <a:prstGeom prst="rect"/>
          <a:noFill/>
        </p:spPr>
      </p:pic>
      <p:sp>
        <p:nvSpPr>
          <p:cNvPr id="10" name="텍스트 상자 20"/>
          <p:cNvSpPr txBox="1">
            <a:spLocks/>
          </p:cNvSpPr>
          <p:nvPr/>
        </p:nvSpPr>
        <p:spPr>
          <a:xfrm rot="0">
            <a:off x="104140" y="1837690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텍스트 상자 21"/>
          <p:cNvSpPr txBox="1">
            <a:spLocks/>
          </p:cNvSpPr>
          <p:nvPr/>
        </p:nvSpPr>
        <p:spPr>
          <a:xfrm rot="0">
            <a:off x="3150870" y="1946275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도형 69"/>
          <p:cNvSpPr>
            <a:spLocks/>
          </p:cNvSpPr>
          <p:nvPr/>
        </p:nvSpPr>
        <p:spPr>
          <a:xfrm rot="0">
            <a:off x="177800" y="1626870"/>
            <a:ext cx="7870190" cy="447802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3" name="도형 70"/>
          <p:cNvSpPr>
            <a:spLocks/>
          </p:cNvSpPr>
          <p:nvPr/>
        </p:nvSpPr>
        <p:spPr>
          <a:xfrm rot="0">
            <a:off x="3047365" y="1903095"/>
            <a:ext cx="4931410" cy="416242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4" name="텍스트 상자 71"/>
          <p:cNvSpPr txBox="1">
            <a:spLocks/>
          </p:cNvSpPr>
          <p:nvPr/>
        </p:nvSpPr>
        <p:spPr>
          <a:xfrm rot="0">
            <a:off x="4356735" y="2787015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도형 72"/>
          <p:cNvSpPr>
            <a:spLocks/>
          </p:cNvSpPr>
          <p:nvPr/>
        </p:nvSpPr>
        <p:spPr>
          <a:xfrm rot="0">
            <a:off x="4726940" y="2790825"/>
            <a:ext cx="1565275" cy="108521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28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9" name="Picture " descr="C:/Users/황동주/AppData/Roaming/PolarisOffice/ETemp/13884_17289672/fImage1390467385724.png"/>
          <p:cNvPicPr>
            <a:picLocks noGrp="1" noRot="1" noChangeAspect="1" noMove="1" noResize="1" noEditPoints="1" noChangeArrowheads="1" noChangeShapeType="1" noCrop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6705" y="1725295"/>
            <a:ext cx="7465060" cy="4465320"/>
          </a:xfrm>
          <a:prstGeom prst="rect"/>
          <a:noFill/>
        </p:spPr>
      </p:pic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38366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비</a:t>
            </a:r>
            <a:r>
              <a:rPr lang="ko-KR" altLang="en-US" sz="1400"/>
              <a:t>교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/>
              <a:t>최대 </a:t>
            </a:r>
            <a:r>
              <a:rPr lang="ko-KR" altLang="ko-KR" sz="1400"/>
              <a:t>3</a:t>
            </a:r>
            <a:r>
              <a:rPr lang="ko-KR" altLang="ko-KR" sz="1400"/>
              <a:t>가지의 </a:t>
            </a:r>
            <a:r>
              <a:rPr lang="ko-KR" altLang="ko-KR" sz="1400"/>
              <a:t>제품</a:t>
            </a:r>
            <a:r>
              <a:rPr lang="ko-KR" altLang="ko-KR" sz="1400"/>
              <a:t>을 </a:t>
            </a:r>
            <a:r>
              <a:rPr lang="ko-KR" altLang="ko-KR" sz="1400"/>
              <a:t>선</a:t>
            </a:r>
            <a:r>
              <a:rPr lang="ko-KR" altLang="ko-KR" sz="1400"/>
              <a:t>택 후 </a:t>
            </a:r>
            <a:r>
              <a:rPr lang="ko-KR" altLang="ko-KR" sz="1400"/>
              <a:t>가</a:t>
            </a:r>
            <a:r>
              <a:rPr lang="ko-KR" altLang="ko-KR" sz="1400"/>
              <a:t>격,</a:t>
            </a:r>
            <a:r>
              <a:rPr lang="ko-KR" altLang="ko-KR" sz="1400"/>
              <a:t>제품요</a:t>
            </a:r>
            <a:r>
              <a:rPr lang="ko-KR" altLang="ko-KR" sz="1400"/>
              <a:t>약,</a:t>
            </a:r>
            <a:r>
              <a:rPr lang="ko-KR" altLang="ko-KR" sz="1400"/>
              <a:t>스펙</a:t>
            </a:r>
            <a:r>
              <a:rPr lang="ko-KR" altLang="ko-KR" sz="1400"/>
              <a:t> </a:t>
            </a:r>
            <a:r>
              <a:rPr lang="ko-KR" altLang="ko-KR" sz="1400"/>
              <a:t>비교</a:t>
            </a:r>
            <a:r>
              <a:rPr lang="ko-KR" altLang="ko-KR" sz="1400"/>
              <a:t>페이지 </a:t>
            </a:r>
            <a:r>
              <a:rPr lang="ko-KR" altLang="ko-KR" sz="1400"/>
              <a:t>출</a:t>
            </a:r>
            <a:r>
              <a:rPr lang="ko-KR" altLang="ko-KR" sz="1400"/>
              <a:t>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해당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1615440" y="390144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 noGrp="1" noRot="1" noMove="1" noResize="1" noEditPoints="1" noChangeArrowheads="1" noChangeShapeType="1"/>
          </p:cNvSpPr>
          <p:nvPr/>
        </p:nvSpPr>
        <p:spPr>
          <a:xfrm rot="0">
            <a:off x="355600" y="18630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도형 73"/>
          <p:cNvSpPr>
            <a:spLocks/>
          </p:cNvSpPr>
          <p:nvPr/>
        </p:nvSpPr>
        <p:spPr>
          <a:xfrm rot="0">
            <a:off x="306070" y="1784985"/>
            <a:ext cx="7435850" cy="43592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4" name="도형 74"/>
          <p:cNvSpPr>
            <a:spLocks/>
          </p:cNvSpPr>
          <p:nvPr/>
        </p:nvSpPr>
        <p:spPr>
          <a:xfrm rot="0">
            <a:off x="1962785" y="3757295"/>
            <a:ext cx="858520" cy="4051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26" descr="C:/Users/황동주/AppData/Roaming/PolarisOffice/ETemp/13884_17289672/fImage1207773114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2895" y="1755140"/>
            <a:ext cx="8115935" cy="373824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29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8141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비</a:t>
            </a:r>
            <a:r>
              <a:rPr lang="ko-KR" altLang="en-US" sz="1400"/>
              <a:t>교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비교함에 어떤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않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거나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모든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제품들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삭제하였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자전거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텍스트 상자 24"/>
          <p:cNvSpPr txBox="1">
            <a:spLocks/>
          </p:cNvSpPr>
          <p:nvPr/>
        </p:nvSpPr>
        <p:spPr>
          <a:xfrm rot="0">
            <a:off x="3302000" y="417766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텍스트 상자 25"/>
          <p:cNvSpPr txBox="1">
            <a:spLocks/>
          </p:cNvSpPr>
          <p:nvPr/>
        </p:nvSpPr>
        <p:spPr>
          <a:xfrm rot="0">
            <a:off x="375285" y="175514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75"/>
          <p:cNvSpPr>
            <a:spLocks/>
          </p:cNvSpPr>
          <p:nvPr/>
        </p:nvSpPr>
        <p:spPr>
          <a:xfrm rot="0">
            <a:off x="354965" y="1676400"/>
            <a:ext cx="8107045" cy="440880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76"/>
          <p:cNvSpPr>
            <a:spLocks/>
          </p:cNvSpPr>
          <p:nvPr/>
        </p:nvSpPr>
        <p:spPr>
          <a:xfrm rot="0">
            <a:off x="3658870" y="3963670"/>
            <a:ext cx="1391285" cy="77025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장바구니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30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353631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장바구니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장바구니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택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량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 및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튼(수량에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격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실시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④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력(회원가입시 기입한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소)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 팝업창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⑥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주문결제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화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570230" y="199834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483870" y="14687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3" name="그림 30" descr="C:/Users/황동주/AppData/Roaming/PolarisOffice/ETemp/13884_17289672/fImage31325775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67740" y="1468120"/>
            <a:ext cx="4793615" cy="4907915"/>
          </a:xfrm>
          <a:prstGeom prst="rect"/>
          <a:noFill/>
        </p:spPr>
      </p:pic>
      <p:sp>
        <p:nvSpPr>
          <p:cNvPr id="14" name="텍스트 상자 31"/>
          <p:cNvSpPr txBox="1">
            <a:spLocks/>
          </p:cNvSpPr>
          <p:nvPr/>
        </p:nvSpPr>
        <p:spPr>
          <a:xfrm rot="0">
            <a:off x="4044315" y="200088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텍스트 상자 32"/>
          <p:cNvSpPr txBox="1">
            <a:spLocks/>
          </p:cNvSpPr>
          <p:nvPr/>
        </p:nvSpPr>
        <p:spPr>
          <a:xfrm rot="0">
            <a:off x="575945" y="31965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④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텍스트 상자 33"/>
          <p:cNvSpPr txBox="1">
            <a:spLocks/>
          </p:cNvSpPr>
          <p:nvPr/>
        </p:nvSpPr>
        <p:spPr>
          <a:xfrm rot="0">
            <a:off x="1207135" y="510032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⑤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텍스트 상자 34"/>
          <p:cNvSpPr txBox="1">
            <a:spLocks/>
          </p:cNvSpPr>
          <p:nvPr/>
        </p:nvSpPr>
        <p:spPr>
          <a:xfrm rot="0">
            <a:off x="2548255" y="603694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sym typeface="맑은 고딕" charset="0"/>
              </a:rPr>
              <a:t>⑥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도형 77"/>
          <p:cNvSpPr>
            <a:spLocks/>
          </p:cNvSpPr>
          <p:nvPr/>
        </p:nvSpPr>
        <p:spPr>
          <a:xfrm rot="0">
            <a:off x="483235" y="1468755"/>
            <a:ext cx="5355590" cy="493204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9" name="도형 78"/>
          <p:cNvSpPr>
            <a:spLocks/>
          </p:cNvSpPr>
          <p:nvPr/>
        </p:nvSpPr>
        <p:spPr>
          <a:xfrm rot="0">
            <a:off x="4418330" y="1903095"/>
            <a:ext cx="1311910" cy="53340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0" name="도형 81"/>
          <p:cNvSpPr>
            <a:spLocks/>
          </p:cNvSpPr>
          <p:nvPr/>
        </p:nvSpPr>
        <p:spPr>
          <a:xfrm rot="0">
            <a:off x="930275" y="3178175"/>
            <a:ext cx="4810125" cy="253238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1" name="도형 82"/>
          <p:cNvSpPr>
            <a:spLocks/>
          </p:cNvSpPr>
          <p:nvPr/>
        </p:nvSpPr>
        <p:spPr>
          <a:xfrm rot="0">
            <a:off x="976630" y="1899285"/>
            <a:ext cx="1509395" cy="56642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2" name="도형 83"/>
          <p:cNvSpPr>
            <a:spLocks/>
          </p:cNvSpPr>
          <p:nvPr/>
        </p:nvSpPr>
        <p:spPr>
          <a:xfrm rot="0">
            <a:off x="2889885" y="6045200"/>
            <a:ext cx="946785" cy="3162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3" name="도형 84"/>
          <p:cNvSpPr>
            <a:spLocks/>
          </p:cNvSpPr>
          <p:nvPr/>
        </p:nvSpPr>
        <p:spPr>
          <a:xfrm rot="0">
            <a:off x="1508760" y="5177155"/>
            <a:ext cx="1302385" cy="21780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36" descr="C:/Users/황동주/AppData/Roaming/PolarisOffice/ETemp/13884_17289672/fImage7656781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" y="1803400"/>
            <a:ext cx="7802245" cy="3670300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31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26752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장바구니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어떤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않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거나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모든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제품들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삭제하였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자전거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없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는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에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릭 시 경고창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2966720" y="404939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78435" y="177482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4" name="그림 38" descr="C:/Users/황동주/AppData/Roaming/PolarisOffice/ETemp/13884_17289672/fImage483280944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" t="5646" r="4837" b="4508"/>
          <a:stretch>
            <a:fillRect/>
          </a:stretch>
        </p:blipFill>
        <p:spPr>
          <a:xfrm rot="0">
            <a:off x="2721610" y="2110105"/>
            <a:ext cx="2338070" cy="1253490"/>
          </a:xfrm>
          <a:prstGeom prst="rect"/>
          <a:noFill/>
        </p:spPr>
      </p:pic>
      <p:sp>
        <p:nvSpPr>
          <p:cNvPr id="15" name="텍스트 상자 39"/>
          <p:cNvSpPr txBox="1">
            <a:spLocks/>
          </p:cNvSpPr>
          <p:nvPr/>
        </p:nvSpPr>
        <p:spPr>
          <a:xfrm rot="0">
            <a:off x="2772410" y="216852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도형 85"/>
          <p:cNvSpPr>
            <a:spLocks/>
          </p:cNvSpPr>
          <p:nvPr/>
        </p:nvSpPr>
        <p:spPr>
          <a:xfrm rot="0">
            <a:off x="177800" y="1696085"/>
            <a:ext cx="7820660" cy="409321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7" name="도형 86"/>
          <p:cNvSpPr>
            <a:spLocks/>
          </p:cNvSpPr>
          <p:nvPr/>
        </p:nvSpPr>
        <p:spPr>
          <a:xfrm rot="0">
            <a:off x="3412490" y="3767455"/>
            <a:ext cx="1430020" cy="90805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8" name="도형 87"/>
          <p:cNvSpPr>
            <a:spLocks/>
          </p:cNvSpPr>
          <p:nvPr/>
        </p:nvSpPr>
        <p:spPr>
          <a:xfrm rot="0">
            <a:off x="3195320" y="2199005"/>
            <a:ext cx="1765935" cy="150939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37" descr="C:/Users/황동주/AppData/Roaming/PolarisOffice/ETemp/13884_17289672/fImage43973795570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94155" y="1409700"/>
            <a:ext cx="4886960" cy="495744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32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59893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장바구니에서 최종으로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토스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이용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해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1033780" y="603186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096010" y="14693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88"/>
          <p:cNvSpPr>
            <a:spLocks/>
          </p:cNvSpPr>
          <p:nvPr/>
        </p:nvSpPr>
        <p:spPr>
          <a:xfrm rot="0">
            <a:off x="1440180" y="1410335"/>
            <a:ext cx="5118735" cy="50196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89"/>
          <p:cNvSpPr>
            <a:spLocks/>
          </p:cNvSpPr>
          <p:nvPr/>
        </p:nvSpPr>
        <p:spPr>
          <a:xfrm rot="0">
            <a:off x="1499235" y="5995670"/>
            <a:ext cx="4921250" cy="32639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33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59893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토스페이 A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P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I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컴포넌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트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필수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항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미체크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X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 중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사용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취소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9" name="그림 41" descr="C:/Users/황동주/AppData/Roaming/PolarisOffice/ETemp/13884_17289672/fImage23800812814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0710" y="2159635"/>
            <a:ext cx="5982335" cy="3071495"/>
          </a:xfrm>
          <a:prstGeom prst="rect"/>
          <a:noFill/>
        </p:spPr>
      </p:pic>
      <p:pic>
        <p:nvPicPr>
          <p:cNvPr id="10" name="그림 42" descr="C:/Users/황동주/AppData/Roaming/PolarisOffice/ETemp/13884_17289672/fImage5826813328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5" t="5453" r="4361" b="2688"/>
          <a:stretch>
            <a:fillRect/>
          </a:stretch>
        </p:blipFill>
        <p:spPr>
          <a:xfrm rot="0">
            <a:off x="6666230" y="2159635"/>
            <a:ext cx="2239645" cy="1519555"/>
          </a:xfrm>
          <a:prstGeom prst="rect"/>
          <a:noFill/>
        </p:spPr>
      </p:pic>
      <p:sp>
        <p:nvSpPr>
          <p:cNvPr id="11" name="텍스트 상자 43"/>
          <p:cNvSpPr txBox="1">
            <a:spLocks/>
          </p:cNvSpPr>
          <p:nvPr/>
        </p:nvSpPr>
        <p:spPr>
          <a:xfrm rot="0">
            <a:off x="553720" y="18243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텍스트 상자 44"/>
          <p:cNvSpPr txBox="1">
            <a:spLocks/>
          </p:cNvSpPr>
          <p:nvPr/>
        </p:nvSpPr>
        <p:spPr>
          <a:xfrm rot="0">
            <a:off x="6670675" y="23196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텍스트 상자 45"/>
          <p:cNvSpPr txBox="1">
            <a:spLocks/>
          </p:cNvSpPr>
          <p:nvPr/>
        </p:nvSpPr>
        <p:spPr>
          <a:xfrm rot="0">
            <a:off x="233680" y="44919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90"/>
          <p:cNvSpPr>
            <a:spLocks/>
          </p:cNvSpPr>
          <p:nvPr/>
        </p:nvSpPr>
        <p:spPr>
          <a:xfrm rot="0">
            <a:off x="7100570" y="2209165"/>
            <a:ext cx="1470025" cy="152908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91"/>
          <p:cNvSpPr>
            <a:spLocks/>
          </p:cNvSpPr>
          <p:nvPr/>
        </p:nvSpPr>
        <p:spPr>
          <a:xfrm rot="0">
            <a:off x="513080" y="1824355"/>
            <a:ext cx="6223000" cy="35801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6" name="도형 92"/>
          <p:cNvSpPr>
            <a:spLocks/>
          </p:cNvSpPr>
          <p:nvPr/>
        </p:nvSpPr>
        <p:spPr>
          <a:xfrm rot="0">
            <a:off x="749935" y="4536440"/>
            <a:ext cx="1597660" cy="25654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46" descr="C:/Users/황동주/AppData/Roaming/PolarisOffice/ETemp/13884_17289672/fImage117358326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34745" y="1826895"/>
            <a:ext cx="5966460" cy="373570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34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료 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성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공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612775" y="206121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도형 93"/>
          <p:cNvSpPr>
            <a:spLocks/>
          </p:cNvSpPr>
          <p:nvPr/>
        </p:nvSpPr>
        <p:spPr>
          <a:xfrm rot="0">
            <a:off x="513080" y="1824355"/>
            <a:ext cx="6903720" cy="410273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35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주문내역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인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612775" y="206121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2" name="그림 47" descr="C:/Users/황동주/AppData/Roaming/PolarisOffice/ETemp/13884_17289672/fImage23178845996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47470" y="1817370"/>
            <a:ext cx="5024120" cy="3991610"/>
          </a:xfrm>
          <a:prstGeom prst="rect"/>
          <a:noFill/>
        </p:spPr>
      </p:pic>
      <p:sp>
        <p:nvSpPr>
          <p:cNvPr id="13" name="도형 94"/>
          <p:cNvSpPr>
            <a:spLocks/>
          </p:cNvSpPr>
          <p:nvPr/>
        </p:nvSpPr>
        <p:spPr>
          <a:xfrm rot="0">
            <a:off x="513080" y="1617345"/>
            <a:ext cx="6015990" cy="43592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9212" y="1684511"/>
            <a:ext cx="8937356" cy="435434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6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사각형: 둥근 모서리 21"/>
          <p:cNvSpPr/>
          <p:nvPr/>
        </p:nvSpPr>
        <p:spPr>
          <a:xfrm>
            <a:off x="179213" y="1939919"/>
            <a:ext cx="8937356" cy="4098933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9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여행지 추천 메뉴를 클릭 시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ko-KR" altLang="en-US" sz="1400" dirty="0"/>
              <a:t> 지도 및 대표 여행지 마커 출력</a:t>
            </a:r>
            <a:endParaRPr lang="ko-KR" altLang="en-US" sz="1400" dirty="0"/>
          </a:p>
        </p:txBody>
      </p:sp>
      <p:sp>
        <p:nvSpPr>
          <p:cNvPr id="9" name="TextBox 32"/>
          <p:cNvSpPr txBox="1"/>
          <p:nvPr/>
        </p:nvSpPr>
        <p:spPr>
          <a:xfrm>
            <a:off x="960120" y="161848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58703DD-17A8-F45C-7DE7-7AA2666BB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7356" cy="42723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74934E-169D-B7AD-CF5C-085F56CC6872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65E2A-E700-96F8-F67F-95A92B2917C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81299C-10A8-EA23-E493-D3AAE9A77A1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4A446D-6053-9327-1DB3-94DACFCBBE2D}"/>
              </a:ext>
            </a:extLst>
          </p:cNvPr>
          <p:cNvSpPr/>
          <p:nvPr/>
        </p:nvSpPr>
        <p:spPr>
          <a:xfrm>
            <a:off x="179212" y="1905263"/>
            <a:ext cx="1128380" cy="241197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613C8-77D1-37B9-7FB7-792F0C4175C1}"/>
              </a:ext>
            </a:extLst>
          </p:cNvPr>
          <p:cNvSpPr txBox="1"/>
          <p:nvPr/>
        </p:nvSpPr>
        <p:spPr>
          <a:xfrm>
            <a:off x="996696" y="16002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CC736-75B3-FFF2-E599-974BF1917016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대표 여행지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해당 마커로 지도 확대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뒤로 가기 버튼 출력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CAEC36-D0AF-6644-681D-2E6DB21881C9}"/>
              </a:ext>
            </a:extLst>
          </p:cNvPr>
          <p:cNvSpPr/>
          <p:nvPr/>
        </p:nvSpPr>
        <p:spPr>
          <a:xfrm>
            <a:off x="4083700" y="3608565"/>
            <a:ext cx="1128380" cy="423939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7EC5F2-3F3C-BEFD-81DB-D7EB3555C1BD}"/>
              </a:ext>
            </a:extLst>
          </p:cNvPr>
          <p:cNvSpPr txBox="1"/>
          <p:nvPr/>
        </p:nvSpPr>
        <p:spPr>
          <a:xfrm>
            <a:off x="3888775" y="32700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75BC11-B484-6174-1B79-68D956AD1D6C}"/>
              </a:ext>
            </a:extLst>
          </p:cNvPr>
          <p:cNvSpPr/>
          <p:nvPr/>
        </p:nvSpPr>
        <p:spPr>
          <a:xfrm>
            <a:off x="8814816" y="1934491"/>
            <a:ext cx="301752" cy="241198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DAAC26-9F37-B45B-2AE5-1BE49FCC5EC8}"/>
              </a:ext>
            </a:extLst>
          </p:cNvPr>
          <p:cNvSpPr txBox="1"/>
          <p:nvPr/>
        </p:nvSpPr>
        <p:spPr>
          <a:xfrm>
            <a:off x="8497351" y="181539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A816C5-DD79-791F-69CE-F60FF8FA2BB4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4C528-61E2-618D-EC65-F197641409A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091EB9-F415-78CB-AC83-4A8D97CD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210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FD456BD-9176-D175-EE21-F16C5FC1C73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E3324-959F-9510-AD2E-FF6A2852CE5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0962D-62CE-8E0F-B20B-81E431004532}"/>
              </a:ext>
            </a:extLst>
          </p:cNvPr>
          <p:cNvSpPr txBox="1"/>
          <p:nvPr/>
        </p:nvSpPr>
        <p:spPr>
          <a:xfrm>
            <a:off x="0" y="134430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FF315-7156-3BC2-D86B-EDFA22747AAF}"/>
              </a:ext>
            </a:extLst>
          </p:cNvPr>
          <p:cNvSpPr txBox="1"/>
          <p:nvPr/>
        </p:nvSpPr>
        <p:spPr>
          <a:xfrm>
            <a:off x="9272016" y="1939919"/>
            <a:ext cx="2919985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 err="1"/>
              <a:t>뒤로가기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지도가 처음화면으로 돌아가며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마지막에 조회한 대표여행지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마커만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877AE-2E89-CD79-A2C5-D8A9AE059C76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6E4B27-B0AC-BBAF-97E6-89C0C62545A7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427AB7D-3E0F-8113-7C37-5174A0DBC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77" b="63141"/>
          <a:stretch>
            <a:fillRect/>
          </a:stretch>
        </p:blipFill>
        <p:spPr>
          <a:xfrm>
            <a:off x="357950" y="1815881"/>
            <a:ext cx="2885925" cy="16131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0D461AF-2F7C-1681-9B78-DA7A48D9E686}"/>
              </a:ext>
            </a:extLst>
          </p:cNvPr>
          <p:cNvSpPr/>
          <p:nvPr/>
        </p:nvSpPr>
        <p:spPr>
          <a:xfrm>
            <a:off x="179211" y="1682497"/>
            <a:ext cx="8397861" cy="4581143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D34CF7-74B2-61BA-10AD-F91CECF91DFE}"/>
              </a:ext>
            </a:extLst>
          </p:cNvPr>
          <p:cNvSpPr/>
          <p:nvPr/>
        </p:nvSpPr>
        <p:spPr>
          <a:xfrm>
            <a:off x="2992586" y="2075687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8B031A9-1BF9-0C9F-91CD-B6753ADD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543177"/>
            <a:ext cx="5443728" cy="2656886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D96CB40-DE3A-EB96-3D1A-11DD3C5047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53718" y="3901837"/>
            <a:ext cx="896112" cy="681684"/>
          </a:xfrm>
          <a:prstGeom prst="bentConnector3">
            <a:avLst>
              <a:gd name="adj1" fmla="val 1004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03747B-BCF1-EAA2-B646-4A077B1D5E1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FDFE6-721E-E630-6102-F1E6F6A3881A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934FA5-7652-839E-80DE-B3440DBD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221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53DA28-73DC-744C-E17D-4936C0FC8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8884" cy="425216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10896B-4DC2-6266-03EE-57BDFE63A44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879F0-EB38-EB69-22B9-10911DE0D497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37426C-177B-2419-8B2F-D7F194FE061E}"/>
              </a:ext>
            </a:extLst>
          </p:cNvPr>
          <p:cNvSpPr/>
          <p:nvPr/>
        </p:nvSpPr>
        <p:spPr>
          <a:xfrm>
            <a:off x="179212" y="2106431"/>
            <a:ext cx="2655428" cy="382822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851B6-8751-2E89-69B6-EDCA5F2C9EF0}"/>
              </a:ext>
            </a:extLst>
          </p:cNvPr>
          <p:cNvSpPr txBox="1"/>
          <p:nvPr/>
        </p:nvSpPr>
        <p:spPr>
          <a:xfrm>
            <a:off x="2587752" y="180136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2CDCA-1BD9-C88E-A511-66F296DE7BCE}"/>
              </a:ext>
            </a:extLst>
          </p:cNvPr>
          <p:cNvSpPr txBox="1"/>
          <p:nvPr/>
        </p:nvSpPr>
        <p:spPr>
          <a:xfrm>
            <a:off x="9272016" y="1939919"/>
            <a:ext cx="29199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메뉴에 맞는 리스트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리스트 항목들 마커 출력</a:t>
            </a:r>
            <a:endParaRPr lang="en-US" altLang="ko-KR" sz="1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A4626B-97D6-6D38-550A-E238945667E9}"/>
              </a:ext>
            </a:extLst>
          </p:cNvPr>
          <p:cNvSpPr/>
          <p:nvPr/>
        </p:nvSpPr>
        <p:spPr>
          <a:xfrm>
            <a:off x="3599068" y="2106431"/>
            <a:ext cx="1731884" cy="2044945"/>
          </a:xfrm>
          <a:prstGeom prst="roundRect">
            <a:avLst>
              <a:gd name="adj" fmla="val 564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4FB79-25AD-CDAC-1BE1-1819B4BD7DEA}"/>
              </a:ext>
            </a:extLst>
          </p:cNvPr>
          <p:cNvSpPr txBox="1"/>
          <p:nvPr/>
        </p:nvSpPr>
        <p:spPr>
          <a:xfrm>
            <a:off x="3504727" y="18069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13FBD6-0424-C65F-32F9-E9DA2140BE0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63327D-EC60-B4DA-27A8-933E6B69B34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57A66-81A2-D1B3-31DA-CDC37E6464C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7AD781-7421-0A20-7626-7E7FAA04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08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EEDB63D6-29C1-D729-6D96-CF5815CD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761159"/>
            <a:ext cx="3079284" cy="457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6EB814-667A-82DB-926C-31C5F6ECFC1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A1F4C-03FE-F66B-9196-C231734289D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AC3449-AA60-5BB2-998A-34D5F0E8F22D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19C51-3BE0-37A1-801A-17936E867646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072B6-9F48-3AE4-266E-FEF35B52325C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검색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검색어가 </a:t>
            </a:r>
            <a:r>
              <a:rPr lang="ko-KR" altLang="en-US" sz="1400" dirty="0" err="1"/>
              <a:t>업소명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태그에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포함 된 항목들 리스트로 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/>
              <a:t>숨기기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리스트를 숨겨 지도만 확인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가능</a:t>
            </a:r>
            <a:endParaRPr lang="en-US" altLang="ko-KR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8852F1-D51B-1960-5DDC-56D804B173A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1F8F6A-2339-2709-B052-89FDC24CE7DF}"/>
              </a:ext>
            </a:extLst>
          </p:cNvPr>
          <p:cNvSpPr/>
          <p:nvPr/>
        </p:nvSpPr>
        <p:spPr>
          <a:xfrm>
            <a:off x="1" y="0"/>
            <a:ext cx="12192000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FB52D82-528F-88DF-7A1F-4DD548D2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506"/>
          <a:stretch>
            <a:fillRect/>
          </a:stretch>
        </p:blipFill>
        <p:spPr>
          <a:xfrm>
            <a:off x="4647650" y="1943269"/>
            <a:ext cx="2804710" cy="12942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1B9FE74-4667-F53D-6DCC-6403DCC180A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1680B7-AB47-7E1B-D01E-1D178FB6419C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8B7F367-06C5-7BF0-E984-0F8A390C07E2}"/>
              </a:ext>
            </a:extLst>
          </p:cNvPr>
          <p:cNvSpPr/>
          <p:nvPr/>
        </p:nvSpPr>
        <p:spPr>
          <a:xfrm>
            <a:off x="4647650" y="2139695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DC390BC-A286-693B-5CE0-EB2B8CBCB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74" y="4100914"/>
            <a:ext cx="4447829" cy="2001523"/>
          </a:xfrm>
          <a:prstGeom prst="rect">
            <a:avLst/>
          </a:prstGeom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69D6248-AF3F-F2AB-12B6-876B6E8156DC}"/>
              </a:ext>
            </a:extLst>
          </p:cNvPr>
          <p:cNvCxnSpPr/>
          <p:nvPr/>
        </p:nvCxnSpPr>
        <p:spPr>
          <a:xfrm>
            <a:off x="6050005" y="3429000"/>
            <a:ext cx="0" cy="493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0FA2008-9C21-2BB9-F178-FABCCE819561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99E55-86AF-7E74-4DB5-32790B687E9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E0EC72-B2BF-802E-F7F0-EE52FA11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5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F39CFD-6865-F2F5-E7E3-BD2DF6484903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리스트 항목 및 마커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상세 정보 창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지도에 대표 여행지로부터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해당 항목까지의 경로 출력</a:t>
            </a:r>
            <a:endParaRPr lang="en-US" altLang="ko-KR" sz="1400" dirty="0"/>
          </a:p>
          <a:p>
            <a:endParaRPr lang="en-US" altLang="ko-KR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E61AC1E-C406-AE57-3F69-0B8997A2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32" t="31179" r="37958" b="33286"/>
          <a:stretch>
            <a:fillRect/>
          </a:stretch>
        </p:blipFill>
        <p:spPr>
          <a:xfrm>
            <a:off x="5937092" y="4566869"/>
            <a:ext cx="3181004" cy="182616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BF220BE-6F1C-3996-078C-B5A185871CE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96779-B9CB-41D3-2D26-86C08A09F47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5AB9237-9840-B043-F6E2-55BF918BB0BB}"/>
              </a:ext>
            </a:extLst>
          </p:cNvPr>
          <p:cNvGrpSpPr/>
          <p:nvPr/>
        </p:nvGrpSpPr>
        <p:grpSpPr>
          <a:xfrm>
            <a:off x="179211" y="1557774"/>
            <a:ext cx="6088113" cy="2913642"/>
            <a:chOff x="179213" y="1557995"/>
            <a:chExt cx="5480924" cy="262305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BBCCAD3-1A37-3E1F-47AB-6B33A5126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3" y="1557995"/>
              <a:ext cx="5480924" cy="2623055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A6E5DEB-65F9-CF51-E83D-9C3C1685C327}"/>
                </a:ext>
              </a:extLst>
            </p:cNvPr>
            <p:cNvSpPr/>
            <p:nvPr/>
          </p:nvSpPr>
          <p:spPr>
            <a:xfrm>
              <a:off x="705896" y="1836237"/>
              <a:ext cx="4401640" cy="2232662"/>
            </a:xfrm>
            <a:prstGeom prst="roundRect">
              <a:avLst>
                <a:gd name="adj" fmla="val 3600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E62720-317C-592F-DA6B-F81CF757D96D}"/>
                </a:ext>
              </a:extLst>
            </p:cNvPr>
            <p:cNvSpPr txBox="1"/>
            <p:nvPr/>
          </p:nvSpPr>
          <p:spPr>
            <a:xfrm>
              <a:off x="411480" y="1649435"/>
              <a:ext cx="2394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①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759919-F909-8DC4-F223-C677EE89E01D}"/>
              </a:ext>
            </a:extLst>
          </p:cNvPr>
          <p:cNvSpPr txBox="1"/>
          <p:nvPr/>
        </p:nvSpPr>
        <p:spPr>
          <a:xfrm>
            <a:off x="5543315" y="4733373"/>
            <a:ext cx="239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7AB6E6-4307-72F8-9F53-808DB1223424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56BB63-8A27-DE48-29E7-0B58E67CA45F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EB5BF84-4B1D-7020-4EB9-26F37413FC5D}"/>
              </a:ext>
            </a:extLst>
          </p:cNvPr>
          <p:cNvSpPr/>
          <p:nvPr/>
        </p:nvSpPr>
        <p:spPr>
          <a:xfrm>
            <a:off x="5934457" y="4901185"/>
            <a:ext cx="2103120" cy="90525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3B9B62-023A-7AC9-DFB3-2A17EF193F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58A15-0713-AAA9-4394-E0C06CE5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18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71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95B5CB1-0B63-7CB4-4A51-6483E014B09A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저장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마음에 드는 항목 저장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 err="1"/>
              <a:t>더보기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지번</a:t>
            </a:r>
            <a:r>
              <a:rPr lang="en-US" altLang="ko-KR" sz="1400" dirty="0"/>
              <a:t>, </a:t>
            </a:r>
            <a:r>
              <a:rPr lang="ko-KR" altLang="en-US" sz="1400" dirty="0"/>
              <a:t>영업시간</a:t>
            </a:r>
            <a:r>
              <a:rPr lang="en-US" altLang="ko-KR" sz="1400" dirty="0"/>
              <a:t>, </a:t>
            </a:r>
            <a:r>
              <a:rPr lang="ko-KR" altLang="en-US" sz="1400" dirty="0"/>
              <a:t>메뉴 등 숨겨진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항목 출력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C2F8F-9A78-9BA2-9780-AAAD4022415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53740-E56C-5861-C3CC-4F190C81A27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A70A86-A69A-4727-EAD5-255EB2525F2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DA5A5A-DD31-5E5D-0F6D-63A3AD5EB34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327855-473C-463B-C08D-14A9C282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784" y="3936252"/>
            <a:ext cx="4458849" cy="225953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F37CC74-C318-16E0-0D12-BB07660E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4" y="2317168"/>
            <a:ext cx="2930429" cy="129015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1111BA-83C4-73A1-6982-DC24E2A935E3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7F3A26-1C7F-A784-C56B-20AA17921B2B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0BBC83A-77D5-0A60-1C49-29E2E64A927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6270D-DA15-EC8D-4A1C-CE47950DE2D3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295F90-EB8A-132F-D96C-5F7AB9BC5FCA}"/>
              </a:ext>
            </a:extLst>
          </p:cNvPr>
          <p:cNvSpPr txBox="1"/>
          <p:nvPr/>
        </p:nvSpPr>
        <p:spPr>
          <a:xfrm>
            <a:off x="155448" y="2011480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2C652E-F77A-D4E0-2F6D-18E882B7E250}"/>
              </a:ext>
            </a:extLst>
          </p:cNvPr>
          <p:cNvSpPr txBox="1"/>
          <p:nvPr/>
        </p:nvSpPr>
        <p:spPr>
          <a:xfrm>
            <a:off x="155448" y="4006575"/>
            <a:ext cx="10534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A3C736E-CB15-5095-AEBB-A057C90B695C}"/>
              </a:ext>
            </a:extLst>
          </p:cNvPr>
          <p:cNvSpPr/>
          <p:nvPr/>
        </p:nvSpPr>
        <p:spPr>
          <a:xfrm>
            <a:off x="2587752" y="3318708"/>
            <a:ext cx="274320" cy="192024"/>
          </a:xfrm>
          <a:prstGeom prst="roundRect">
            <a:avLst>
              <a:gd name="adj" fmla="val 199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BF06C45A-7260-ADB1-D8A0-33AE4C20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73" y="4304252"/>
            <a:ext cx="2952161" cy="164758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C5932086-E5A9-FB03-6187-3E3BA008E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300"/>
          <a:stretch>
            <a:fillRect/>
          </a:stretch>
        </p:blipFill>
        <p:spPr>
          <a:xfrm>
            <a:off x="3955720" y="1906434"/>
            <a:ext cx="4447616" cy="141227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88D20A9-5138-09F3-8724-5F797C4F88BA}"/>
              </a:ext>
            </a:extLst>
          </p:cNvPr>
          <p:cNvSpPr/>
          <p:nvPr/>
        </p:nvSpPr>
        <p:spPr>
          <a:xfrm>
            <a:off x="4778487" y="2993231"/>
            <a:ext cx="175157" cy="78582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CA8ED0C-ADFC-B3F4-0FB6-9C6605BA1CAE}"/>
              </a:ext>
            </a:extLst>
          </p:cNvPr>
          <p:cNvSpPr/>
          <p:nvPr/>
        </p:nvSpPr>
        <p:spPr>
          <a:xfrm>
            <a:off x="7119474" y="2946729"/>
            <a:ext cx="385591" cy="137431"/>
          </a:xfrm>
          <a:prstGeom prst="roundRect">
            <a:avLst>
              <a:gd name="adj" fmla="val 2142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3F263D-C3AC-3C94-0F3C-90010ABC7270}"/>
              </a:ext>
            </a:extLst>
          </p:cNvPr>
          <p:cNvSpPr/>
          <p:nvPr/>
        </p:nvSpPr>
        <p:spPr>
          <a:xfrm>
            <a:off x="4531519" y="3086100"/>
            <a:ext cx="383779" cy="88106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6B8739C-EA36-CA35-505E-FD7D3DC4053C}"/>
              </a:ext>
            </a:extLst>
          </p:cNvPr>
          <p:cNvCxnSpPr>
            <a:cxnSpLocks/>
          </p:cNvCxnSpPr>
          <p:nvPr/>
        </p:nvCxnSpPr>
        <p:spPr>
          <a:xfrm>
            <a:off x="6050005" y="3510732"/>
            <a:ext cx="0" cy="302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6C390FB-FD9B-D607-E444-44222CE4E74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AC9DD-83F2-9A3F-0D6A-94659D65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73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941D9B3A-F580-23A5-3B33-53F13C138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625" y="2203673"/>
            <a:ext cx="4037636" cy="1624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697D8-C440-DA14-63C1-EF7F9894585A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b="1" dirty="0"/>
              <a:t>선택 리스트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/>
              <a:t>원하는 버튼에 맞는 리스트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출력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801445-CE71-FF2A-4B99-F89BCBEF76C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AD5C-BD46-0D66-6507-70797D007FC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C55B9B-0A49-EA82-9C3C-1AD42D1EE22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C5FBB-B0B7-AD09-140C-9FAD36D374A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EF7EF-72A2-F399-76EE-920EED7E5A81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7B0782-9AEC-269D-52C8-5CDA2F59C24A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071F0B2-F17A-7AA3-88F6-13A6817E37C9}"/>
              </a:ext>
            </a:extLst>
          </p:cNvPr>
          <p:cNvGrpSpPr/>
          <p:nvPr/>
        </p:nvGrpSpPr>
        <p:grpSpPr>
          <a:xfrm>
            <a:off x="179212" y="2203672"/>
            <a:ext cx="3930340" cy="1588375"/>
            <a:chOff x="179212" y="2209167"/>
            <a:chExt cx="4053958" cy="1638333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4D99726B-39B8-7BAB-A3E7-BCD475B01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2" y="2209167"/>
              <a:ext cx="4053958" cy="1638333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A945402-BE9B-B6FE-A5DD-977E74CE2778}"/>
                </a:ext>
              </a:extLst>
            </p:cNvPr>
            <p:cNvSpPr/>
            <p:nvPr/>
          </p:nvSpPr>
          <p:spPr>
            <a:xfrm>
              <a:off x="204205" y="2357548"/>
              <a:ext cx="1335023" cy="145244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385219E-6782-D32D-9380-CB921DEC66EB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사진 목록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4AF84F0-69F4-1659-48EE-9490660E21D4}"/>
              </a:ext>
            </a:extLst>
          </p:cNvPr>
          <p:cNvGrpSpPr/>
          <p:nvPr/>
        </p:nvGrpSpPr>
        <p:grpSpPr>
          <a:xfrm>
            <a:off x="144978" y="3905969"/>
            <a:ext cx="8011471" cy="2443276"/>
            <a:chOff x="15839" y="3866529"/>
            <a:chExt cx="8266290" cy="2520990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510A84D-ACB9-0548-A36E-3E581BC97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1729"/>
            <a:stretch>
              <a:fillRect/>
            </a:stretch>
          </p:blipFill>
          <p:spPr>
            <a:xfrm>
              <a:off x="4848465" y="4150489"/>
              <a:ext cx="3433664" cy="22331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4ADB68A-1B99-155F-DD55-414809A54190}"/>
                </a:ext>
              </a:extLst>
            </p:cNvPr>
            <p:cNvSpPr txBox="1"/>
            <p:nvPr/>
          </p:nvSpPr>
          <p:spPr>
            <a:xfrm>
              <a:off x="15839" y="3866529"/>
              <a:ext cx="925253" cy="2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[ </a:t>
              </a:r>
              <a:r>
                <a:rPr lang="ko-KR" altLang="en-US" sz="1000" b="1" dirty="0"/>
                <a:t>리뷰 목록 </a:t>
              </a:r>
              <a:r>
                <a:rPr lang="en-US" altLang="ko-KR" sz="1000" b="1" dirty="0"/>
                <a:t>]</a:t>
              </a:r>
              <a:endParaRPr lang="ko-KR" altLang="en-US" sz="1000" b="1" dirty="0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45825539-E6C4-0A42-E061-F4665C7CA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77"/>
            <a:stretch>
              <a:fillRect/>
            </a:stretch>
          </p:blipFill>
          <p:spPr>
            <a:xfrm>
              <a:off x="389850" y="4156951"/>
              <a:ext cx="3253036" cy="2230568"/>
            </a:xfrm>
            <a:prstGeom prst="rect">
              <a:avLst/>
            </a:prstGeom>
          </p:spPr>
        </p:pic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2826E54-055A-8C64-2ADD-6BB0DF832EC7}"/>
                </a:ext>
              </a:extLst>
            </p:cNvPr>
            <p:cNvSpPr/>
            <p:nvPr/>
          </p:nvSpPr>
          <p:spPr>
            <a:xfrm>
              <a:off x="420625" y="4270486"/>
              <a:ext cx="713232" cy="137806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CCBDA7E-85C0-AB08-BFD9-1318AFEBC5F6}"/>
                </a:ext>
              </a:extLst>
            </p:cNvPr>
            <p:cNvCxnSpPr>
              <a:cxnSpLocks/>
            </p:cNvCxnSpPr>
            <p:nvPr/>
          </p:nvCxnSpPr>
          <p:spPr>
            <a:xfrm>
              <a:off x="4095380" y="5220860"/>
              <a:ext cx="40815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CF3C150-5540-A62F-1AC9-6C8AA199BF6F}"/>
              </a:ext>
            </a:extLst>
          </p:cNvPr>
          <p:cNvCxnSpPr>
            <a:cxnSpLocks/>
          </p:cNvCxnSpPr>
          <p:nvPr/>
        </p:nvCxnSpPr>
        <p:spPr>
          <a:xfrm>
            <a:off x="4224528" y="298913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B482211-068D-67C6-312F-63297DF66115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A590D4-1825-4AE4-6F1B-CA11C6E3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45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87E84540-926B-8C27-1AC7-C51949E6B624}"/>
              </a:ext>
            </a:extLst>
          </p:cNvPr>
          <p:cNvSpPr txBox="1"/>
          <p:nvPr/>
        </p:nvSpPr>
        <p:spPr>
          <a:xfrm>
            <a:off x="144978" y="3905969"/>
            <a:ext cx="1254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84921-0B1F-4CEF-11DD-1118B5387028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b="1" dirty="0"/>
              <a:t>리뷰 작성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리뷰 작성 및 업로드</a:t>
            </a:r>
            <a:br>
              <a:rPr lang="en-US" altLang="ko-KR" sz="1400" dirty="0"/>
            </a:br>
            <a:r>
              <a:rPr lang="en-US" altLang="ko-KR" sz="1400" dirty="0"/>
              <a:t>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1D0EA0-5989-4C39-D0E8-7F3C3652A924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AB82E-7675-7E39-5832-3845C47AC0F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6202A1-C719-B472-558E-7AD8BC3ECBBA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958EFE-5D0C-2C99-E435-B7B53A69A1A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F7860-4D40-3814-8A49-FDD614A173AA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29FD5D-39E2-2539-16B3-5178F53100C5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EC74BB3-E63E-4071-7058-2A02CD6EA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9" y="2499720"/>
            <a:ext cx="3854205" cy="96231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3DB028-C451-2C36-924E-6BE5E445698D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C78421C-B70A-61BA-1110-F483F4D34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68" y="4205621"/>
            <a:ext cx="4054134" cy="207426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CC45928-3D00-3F9F-7CDB-40A7DF3C1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116" y="2046682"/>
            <a:ext cx="3656364" cy="1868388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DB139A4-00A0-D47B-E622-F96FCF2D74D1}"/>
              </a:ext>
            </a:extLst>
          </p:cNvPr>
          <p:cNvCxnSpPr>
            <a:cxnSpLocks/>
          </p:cNvCxnSpPr>
          <p:nvPr/>
        </p:nvCxnSpPr>
        <p:spPr>
          <a:xfrm>
            <a:off x="4298302" y="298087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3A89383-6268-C4FC-FBF6-0FE81D88D0D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F038CB-AD97-59F3-A8E4-9AFC0E5E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844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CAAC-9762-BDF5-45AA-FC89183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7BA2C3-A8D6-BF38-2507-E17D1E89524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95EC6CC4-33E4-B2BF-7F4B-E047817451C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D05740-0A35-D95B-49B7-58AA830C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09383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다이어그램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1630D7-87F8-C516-3F08-0E220335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602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D19DA1D-DB63-E139-E97F-C976FE8D47F6}"/>
              </a:ext>
            </a:extLst>
          </p:cNvPr>
          <p:cNvSpPr txBox="1"/>
          <p:nvPr/>
        </p:nvSpPr>
        <p:spPr>
          <a:xfrm>
            <a:off x="5235366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</a:t>
            </a:r>
            <a:r>
              <a:rPr lang="ko-KR" altLang="en-US" sz="1200" dirty="0"/>
              <a:t> 유형별 리스트 및 마커 출력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4F5C67-875E-31BA-8E6A-46B252682330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DD2FB-8487-A870-FD03-8F7831420786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975CAE-4450-E0CD-2EBC-DFAA74B3081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E5FB9B-7EB1-91F1-5F6F-DDFE4545F768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83738-CD0B-1747-0121-D78775EA4C6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55800C-D8D3-DAE5-6E50-39231F6A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4577835" cy="252298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B18248-C61E-765D-6121-199A9CCD8478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ko-KR" altLang="en-US" sz="1200" dirty="0"/>
              <a:t> 대표 여행지 마커 출력 타입별 리스트 및 마커 출력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CEDCAEF-1826-8A35-E6B6-A7E79EF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66" y="2386590"/>
            <a:ext cx="6777422" cy="222598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152482-EB13-3C1C-F0C6-6873347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80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9764E0D-50A3-D3BD-35B6-02288BF16A2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B7A5C-D04D-7E8E-C81C-D158BA370CA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48B2D-52B5-22BF-0CA7-1EB67B1DDD4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01F26F-0641-C67C-688B-26BA3BF3DD3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CD28E-2484-AA0B-A03A-B4E45ABF08B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FBBBF34-F87D-C557-FCC3-3C4C0D6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6777422" cy="171562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9FFFF24-8447-2642-C20A-33DCCBD9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53" y="2386590"/>
            <a:ext cx="4577835" cy="212462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ECF78-0094-ACC3-12AF-C952892B85DE}"/>
              </a:ext>
            </a:extLst>
          </p:cNvPr>
          <p:cNvSpPr txBox="1"/>
          <p:nvPr/>
        </p:nvSpPr>
        <p:spPr>
          <a:xfrm>
            <a:off x="7434953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정보 가져오기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BF0B3-D50C-5E73-51FD-AB13B3FD3A26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</a:t>
            </a:r>
            <a:r>
              <a:rPr lang="ko-KR" altLang="en-US" sz="1200" dirty="0"/>
              <a:t> 상세페이지 출력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144C1C-3849-3E21-784C-DEFDEFA4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20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56A2387-1163-A47F-8D43-5417FF69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2" y="1711726"/>
            <a:ext cx="7002376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FEABFC-7044-44E9-3B42-A81840B775C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E8078-F34F-4FC5-6524-FFA96F0931C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52B369-648B-AA8B-E5DF-E3066669278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9EF76-AF80-2B0E-04E8-64AE4BD76C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BE31A-8280-358A-9023-02E1718EA504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F4126-1DE8-94FB-E79E-5F5F5C5CF12C}"/>
              </a:ext>
            </a:extLst>
          </p:cNvPr>
          <p:cNvSpPr txBox="1"/>
          <p:nvPr/>
        </p:nvSpPr>
        <p:spPr>
          <a:xfrm>
            <a:off x="42052" y="1389007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ko-KR" altLang="en-US" sz="1200" dirty="0"/>
              <a:t> 리뷰 리스트 출력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75E940-D6B2-5622-B61A-1B7D84AA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63" y="4253031"/>
            <a:ext cx="7301058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FC3A92-54F1-9800-D182-2DB625178B32}"/>
              </a:ext>
            </a:extLst>
          </p:cNvPr>
          <p:cNvSpPr txBox="1"/>
          <p:nvPr/>
        </p:nvSpPr>
        <p:spPr>
          <a:xfrm>
            <a:off x="4844963" y="3912024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수정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1C1F3B-2CC4-2261-F003-85394FF7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511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D86EB800-A46D-A76C-6F3F-992ACD41F891}"/>
              </a:ext>
            </a:extLst>
          </p:cNvPr>
          <p:cNvGrpSpPr/>
          <p:nvPr/>
        </p:nvGrpSpPr>
        <p:grpSpPr>
          <a:xfrm>
            <a:off x="1246632" y="1884913"/>
            <a:ext cx="9698736" cy="3229830"/>
            <a:chOff x="1157620" y="1884913"/>
            <a:chExt cx="9698736" cy="322983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FA2FA94-EDA9-0EFA-070C-99A093BE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7620" y="2358189"/>
              <a:ext cx="9698736" cy="2756554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EFB2E8-3188-1328-A001-3D1EA11CECF1}"/>
                </a:ext>
              </a:extLst>
            </p:cNvPr>
            <p:cNvSpPr txBox="1"/>
            <p:nvPr/>
          </p:nvSpPr>
          <p:spPr>
            <a:xfrm>
              <a:off x="1157620" y="1884913"/>
              <a:ext cx="38715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7.</a:t>
              </a:r>
              <a:r>
                <a:rPr lang="ko-KR" altLang="en-US" sz="1200" dirty="0"/>
                <a:t> 리뷰 작성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AA5A4B-E61E-BFBB-D0CE-547B43F6AB6D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FF2F8-8EB8-A936-0F99-16AD1CE53AE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8C8DE-986C-A9A6-5AD4-5F561C1FA1E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A7808-28EE-B821-DDB1-22CEBC4B70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1B353-3169-4829-CEE1-2E2D65D8D4C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7C4FC0-C69D-14B3-832B-A64AEA76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86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상자 49"/>
          <p:cNvSpPr txBox="1">
            <a:spLocks/>
          </p:cNvSpPr>
          <p:nvPr/>
        </p:nvSpPr>
        <p:spPr>
          <a:xfrm rot="0">
            <a:off x="615315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1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자전거 상품 및 </a:t>
            </a:r>
            <a:r>
              <a:rPr lang="ko-KR" altLang="en-US" sz="1200"/>
              <a:t>상세정</a:t>
            </a:r>
            <a:r>
              <a:rPr lang="ko-KR" altLang="en-US" sz="1200"/>
              <a:t>보 </a:t>
            </a:r>
            <a:r>
              <a:rPr lang="ko-KR" altLang="en-US" sz="1200"/>
              <a:t>조</a:t>
            </a:r>
            <a:r>
              <a:rPr lang="ko-KR" altLang="en-US" sz="1200"/>
              <a:t>회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50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53" descr="C:/Users/황동주/AppData/Roaming/PolarisOffice/ETemp/13884_17289672/fImage469139004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8150" y="1794510"/>
            <a:ext cx="5222875" cy="4472305"/>
          </a:xfrm>
          <a:prstGeom prst="rect"/>
          <a:noFill/>
        </p:spPr>
      </p:pic>
      <p:sp>
        <p:nvSpPr>
          <p:cNvPr id="17" name="텍스트 상자 55"/>
          <p:cNvSpPr txBox="1">
            <a:spLocks/>
          </p:cNvSpPr>
          <p:nvPr/>
        </p:nvSpPr>
        <p:spPr>
          <a:xfrm rot="0">
            <a:off x="6769100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2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장바구니(Ca</a:t>
            </a:r>
            <a:r>
              <a:rPr lang="ko-KR" altLang="en-US" sz="1200"/>
              <a:t>rt)</a:t>
            </a:r>
            <a:endParaRPr lang="ko-KR" altLang="en-US" sz="1200"/>
          </a:p>
        </p:txBody>
      </p:sp>
      <p:pic>
        <p:nvPicPr>
          <p:cNvPr id="18" name="그림 59" descr="C:/Users/황동주/AppData/Roaming/PolarisOffice/ETemp/13884_17289672/fImage36450906299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45250" y="1696085"/>
            <a:ext cx="4245610" cy="46050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/>
          <p:cNvSpPr txBox="1">
            <a:spLocks/>
          </p:cNvSpPr>
          <p:nvPr/>
        </p:nvSpPr>
        <p:spPr>
          <a:xfrm rot="0">
            <a:off x="349250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3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상품 </a:t>
            </a:r>
            <a:r>
              <a:rPr lang="ko-KR" altLang="en-US" sz="1200"/>
              <a:t>결</a:t>
            </a:r>
            <a:r>
              <a:rPr lang="ko-KR" altLang="en-US" sz="1200"/>
              <a:t>제(C</a:t>
            </a:r>
            <a:r>
              <a:rPr lang="ko-KR" altLang="en-US" sz="1200"/>
              <a:t>heckout</a:t>
            </a:r>
            <a:r>
              <a:rPr lang="ko-KR" altLang="en-US" sz="1200"/>
              <a:t> </a:t>
            </a:r>
            <a:r>
              <a:rPr lang="ko-KR" altLang="en-US" sz="1200"/>
              <a:t>&amp; Payment)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51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57" descr="C:/Users/황동주/AppData/Roaming/PolarisOffice/ETemp/13884_17289672/fImage5198490419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47345" y="1795145"/>
            <a:ext cx="4180205" cy="4646295"/>
          </a:xfrm>
          <a:prstGeom prst="rect"/>
          <a:noFill/>
        </p:spPr>
      </p:pic>
      <p:pic>
        <p:nvPicPr>
          <p:cNvPr id="16" name="그림 60" descr="C:/Users/황동주/AppData/Roaming/PolarisOffice/ETemp/13884_17289672/fImage453239074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38190" y="1794510"/>
            <a:ext cx="5207635" cy="4645660"/>
          </a:xfrm>
          <a:prstGeom prst="rect"/>
          <a:noFill/>
        </p:spPr>
      </p:pic>
      <p:sp>
        <p:nvSpPr>
          <p:cNvPr id="17" name="텍스트 상자 61"/>
          <p:cNvSpPr txBox="1">
            <a:spLocks/>
          </p:cNvSpPr>
          <p:nvPr/>
        </p:nvSpPr>
        <p:spPr>
          <a:xfrm rot="0">
            <a:off x="6090920" y="142367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4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주문내역 </a:t>
            </a:r>
            <a:r>
              <a:rPr lang="ko-KR" altLang="en-US" sz="1200"/>
              <a:t>확</a:t>
            </a:r>
            <a:r>
              <a:rPr lang="ko-KR" altLang="en-US" sz="1200"/>
              <a:t>인(O</a:t>
            </a:r>
            <a:r>
              <a:rPr lang="ko-KR" altLang="en-US" sz="1200"/>
              <a:t>rderList)</a:t>
            </a:r>
            <a:endParaRPr lang="ko-K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/>
          <p:cNvSpPr txBox="1">
            <a:spLocks/>
          </p:cNvSpPr>
          <p:nvPr/>
        </p:nvSpPr>
        <p:spPr>
          <a:xfrm rot="0">
            <a:off x="1118235" y="1519555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5</a:t>
            </a:r>
            <a:r>
              <a:rPr lang="ko-KR" altLang="ko-KR" sz="1200"/>
              <a:t>. </a:t>
            </a:r>
            <a:r>
              <a:rPr lang="ko-KR" altLang="ko-KR" sz="1200"/>
              <a:t>대리점 정보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52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62" descr="C:/Users/황동주/AppData/Roaming/PolarisOffice/ETemp/13884_17289672/fImage4918990954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1350" y="1932940"/>
            <a:ext cx="5502910" cy="44399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7D91-8B1D-58EF-0737-6BA4B691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716C4C-BAD8-D062-935E-B23B025EFF43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F53E6821-6395-A4EE-D738-0A59CC839FEE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8E59E35-9748-B465-70DE-C614CEBD0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69783"/>
              </p:ext>
            </p:extLst>
          </p:nvPr>
        </p:nvGraphicFramePr>
        <p:xfrm>
          <a:off x="633469" y="2028939"/>
          <a:ext cx="8168640" cy="1794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시연 영상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0CF71F-628F-E82C-286B-686D9CA8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0259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15A25CA-A2E9-5B4B-0D5B-278A0FB8218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9534B-4E49-4A82-A075-12C14E638BE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</a:rPr>
              <a:t>프로젝트 시연 영상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33F2BD-C4AF-EB71-65E7-B432AF666583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4EAEB8-AF04-173B-3A84-3CDD403D2F8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2896D-2230-7630-8203-FC8ADB6EC8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Bycicle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-App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01D24449-81B9-19F6-A058-EF2080D5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E122B-BBE9-5A02-7F93-D4A646C04E4F}"/>
              </a:ext>
            </a:extLst>
          </p:cNvPr>
          <p:cNvSpPr txBox="1"/>
          <p:nvPr/>
        </p:nvSpPr>
        <p:spPr>
          <a:xfrm>
            <a:off x="4957077" y="324433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링크 주소 또는 영상</a:t>
            </a:r>
          </a:p>
        </p:txBody>
      </p:sp>
    </p:spTree>
    <p:extLst>
      <p:ext uri="{BB962C8B-B14F-4D97-AF65-F5344CB8AC3E}">
        <p14:creationId xmlns:p14="http://schemas.microsoft.com/office/powerpoint/2010/main" val="26263441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D7FB-687D-8D8F-8D17-B433137F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BB7CE5-7F65-0A83-A972-339F505C7B54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311464E-583D-F384-2A99-AA9D18BF94A7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9FD290-79C0-0DE5-CEB2-51A66B4E828B}"/>
              </a:ext>
            </a:extLst>
          </p:cNvPr>
          <p:cNvSpPr txBox="1">
            <a:spLocks/>
          </p:cNvSpPr>
          <p:nvPr/>
        </p:nvSpPr>
        <p:spPr>
          <a:xfrm>
            <a:off x="1163822" y="22323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8800" b="1" dirty="0">
                <a:solidFill>
                  <a:srgbClr val="0070C0"/>
                </a:solidFill>
                <a:ea typeface="맑은 고딕"/>
              </a:rPr>
              <a:t>Thank you</a:t>
            </a:r>
            <a:endParaRPr lang="ko-KR" altLang="en-US" sz="8800" b="1" dirty="0">
              <a:solidFill>
                <a:srgbClr val="0070C0"/>
              </a:solidFill>
              <a:ea typeface="맑은 고딕"/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CD50A18-2A24-D837-9429-63AC6A1C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14756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55</Pages>
  <Paragraphs>437</Paragraphs>
  <Words>1287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황 동주</cp:lastModifiedBy>
  <cp:version>10.105.292.56109</cp:version>
  <dcterms:modified xsi:type="dcterms:W3CDTF">2025-12-18T06:57:14Z</dcterms:modified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